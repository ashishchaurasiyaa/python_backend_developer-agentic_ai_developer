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wn6En4nwXgAqJOYsFsK37tcql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7.xml"/><Relationship Id="rId33" Type="http://schemas.openxmlformats.org/officeDocument/2006/relationships/font" Target="fonts/OpenSans-boldItalic.fntdata"/><Relationship Id="rId10" Type="http://schemas.openxmlformats.org/officeDocument/2006/relationships/slide" Target="slides/slide6.xml"/><Relationship Id="rId32" Type="http://schemas.openxmlformats.org/officeDocument/2006/relationships/font" Target="fonts/OpenSans-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2980ed781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2980ed781c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80ed781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2980ed781cc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980ed781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2980ed781cc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980ed781c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2980ed781cc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980ed781c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2980ed781cc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980ed781c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g2980ed781cc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980ed781c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g2980ed781cc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980ed781c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2980ed781cc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2980ed781c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2980ed781cc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980ed781c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2980ed781cc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980ed781cc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2980ed781c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980ed781cc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2980ed781cc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2db5df1a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g32db5df1ab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2db5df1ab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g32db5df1ab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2db5df1ab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2db5df1ab9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2db5df1ab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2db5df1ab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2db5df1ab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g32db5df1ab9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2db5df1ab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g32db5df1ab9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2db5df1ab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2db5df1ab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grpSp>
        <p:nvGrpSpPr>
          <p:cNvPr id="12" name="Google Shape;12;p8"/>
          <p:cNvGrpSpPr/>
          <p:nvPr/>
        </p:nvGrpSpPr>
        <p:grpSpPr>
          <a:xfrm>
            <a:off x="-329674" y="-59376"/>
            <a:ext cx="12515851" cy="6923798"/>
            <a:chOff x="-329674" y="-51881"/>
            <a:chExt cx="12515851" cy="6923798"/>
          </a:xfrm>
        </p:grpSpPr>
        <p:sp>
          <p:nvSpPr>
            <p:cNvPr id="13" name="Google Shape;13;p8"/>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8"/>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8"/>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8"/>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8"/>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8"/>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8"/>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8"/>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8"/>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8"/>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8"/>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8"/>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8"/>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8"/>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8"/>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8"/>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8"/>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8"/>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 name="Google Shape;32;p8"/>
          <p:cNvGrpSpPr/>
          <p:nvPr/>
        </p:nvGrpSpPr>
        <p:grpSpPr>
          <a:xfrm>
            <a:off x="1669293" y="1186483"/>
            <a:ext cx="8848345" cy="4477933"/>
            <a:chOff x="1669293" y="1186483"/>
            <a:chExt cx="8848345" cy="4477933"/>
          </a:xfrm>
        </p:grpSpPr>
        <p:sp>
          <p:nvSpPr>
            <p:cNvPr id="33" name="Google Shape;33;p8"/>
            <p:cNvSpPr/>
            <p:nvPr/>
          </p:nvSpPr>
          <p:spPr>
            <a:xfrm>
              <a:off x="1674042" y="1186483"/>
              <a:ext cx="8843596" cy="7161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8"/>
            <p:cNvSpPr/>
            <p:nvPr/>
          </p:nvSpPr>
          <p:spPr>
            <a:xfrm rot="10800000">
              <a:off x="5892384" y="5313353"/>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8"/>
            <p:cNvSpPr/>
            <p:nvPr/>
          </p:nvSpPr>
          <p:spPr>
            <a:xfrm>
              <a:off x="1669293" y="1991156"/>
              <a:ext cx="8845667" cy="332219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8"/>
          <p:cNvSpPr txBox="1"/>
          <p:nvPr>
            <p:ph type="ctrTitle"/>
          </p:nvPr>
        </p:nvSpPr>
        <p:spPr>
          <a:xfrm>
            <a:off x="1759236" y="2075504"/>
            <a:ext cx="8679915" cy="1748729"/>
          </a:xfrm>
          <a:prstGeom prst="rect">
            <a:avLst/>
          </a:prstGeom>
          <a:noFill/>
          <a:ln>
            <a:noFill/>
          </a:ln>
        </p:spPr>
        <p:txBody>
          <a:bodyPr anchorCtr="0" anchor="b" bIns="0" lIns="228600" spcFirstLastPara="1" rIns="228600" wrap="square" tIns="228600">
            <a:normAutofit/>
          </a:bodyPr>
          <a:lstStyle>
            <a:lvl1pPr lvl="0" algn="ctr">
              <a:lnSpc>
                <a:spcPct val="80000"/>
              </a:lnSpc>
              <a:spcBef>
                <a:spcPts val="0"/>
              </a:spcBef>
              <a:spcAft>
                <a:spcPts val="0"/>
              </a:spcAft>
              <a:buClr>
                <a:srgbClr val="FFFEFF"/>
              </a:buClr>
              <a:buSzPts val="5400"/>
              <a:buFont typeface="Calibri"/>
              <a:buNone/>
              <a:defRPr sz="54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8"/>
          <p:cNvSpPr txBox="1"/>
          <p:nvPr>
            <p:ph idx="1" type="subTitle"/>
          </p:nvPr>
        </p:nvSpPr>
        <p:spPr>
          <a:xfrm>
            <a:off x="1759237" y="3906266"/>
            <a:ext cx="8673427" cy="1322587"/>
          </a:xfrm>
          <a:prstGeom prst="rect">
            <a:avLst/>
          </a:prstGeom>
          <a:noFill/>
          <a:ln>
            <a:noFill/>
          </a:ln>
        </p:spPr>
        <p:txBody>
          <a:bodyPr anchorCtr="0" anchor="t" bIns="45700" lIns="91425" spcFirstLastPara="1" rIns="91425" wrap="square" tIns="0">
            <a:normAutofit/>
          </a:bodyPr>
          <a:lstStyle>
            <a:lvl1pPr lvl="0" algn="ctr">
              <a:lnSpc>
                <a:spcPct val="100000"/>
              </a:lnSpc>
              <a:spcBef>
                <a:spcPts val="1000"/>
              </a:spcBef>
              <a:spcAft>
                <a:spcPts val="0"/>
              </a:spcAft>
              <a:buSzPts val="1980"/>
              <a:buNone/>
              <a:defRPr b="0" sz="1800">
                <a:solidFill>
                  <a:srgbClr val="FFFEFF"/>
                </a:solidFill>
              </a:defRPr>
            </a:lvl1pPr>
            <a:lvl2pPr lvl="1" algn="ctr">
              <a:lnSpc>
                <a:spcPct val="120000"/>
              </a:lnSpc>
              <a:spcBef>
                <a:spcPts val="500"/>
              </a:spcBef>
              <a:spcAft>
                <a:spcPts val="0"/>
              </a:spcAft>
              <a:buSzPts val="1980"/>
              <a:buNone/>
              <a:defRPr sz="1800"/>
            </a:lvl2pPr>
            <a:lvl3pPr lvl="2" algn="ctr">
              <a:lnSpc>
                <a:spcPct val="120000"/>
              </a:lnSpc>
              <a:spcBef>
                <a:spcPts val="500"/>
              </a:spcBef>
              <a:spcAft>
                <a:spcPts val="0"/>
              </a:spcAft>
              <a:buSzPts val="1980"/>
              <a:buNone/>
              <a:defRPr sz="1800"/>
            </a:lvl3pPr>
            <a:lvl4pPr lvl="3" algn="ctr">
              <a:lnSpc>
                <a:spcPct val="120000"/>
              </a:lnSpc>
              <a:spcBef>
                <a:spcPts val="500"/>
              </a:spcBef>
              <a:spcAft>
                <a:spcPts val="0"/>
              </a:spcAft>
              <a:buSzPts val="1760"/>
              <a:buNone/>
              <a:defRPr sz="1600"/>
            </a:lvl4pPr>
            <a:lvl5pPr lvl="4" algn="ctr">
              <a:lnSpc>
                <a:spcPct val="120000"/>
              </a:lnSpc>
              <a:spcBef>
                <a:spcPts val="500"/>
              </a:spcBef>
              <a:spcAft>
                <a:spcPts val="0"/>
              </a:spcAft>
              <a:buSzPts val="1760"/>
              <a:buNone/>
              <a:defRPr sz="1600"/>
            </a:lvl5pPr>
            <a:lvl6pPr lvl="5" algn="ctr">
              <a:lnSpc>
                <a:spcPct val="120000"/>
              </a:lnSpc>
              <a:spcBef>
                <a:spcPts val="500"/>
              </a:spcBef>
              <a:spcAft>
                <a:spcPts val="0"/>
              </a:spcAft>
              <a:buSzPts val="1760"/>
              <a:buNone/>
              <a:defRPr sz="1600"/>
            </a:lvl6pPr>
            <a:lvl7pPr lvl="6" algn="ctr">
              <a:lnSpc>
                <a:spcPct val="120000"/>
              </a:lnSpc>
              <a:spcBef>
                <a:spcPts val="500"/>
              </a:spcBef>
              <a:spcAft>
                <a:spcPts val="0"/>
              </a:spcAft>
              <a:buSzPts val="1760"/>
              <a:buNone/>
              <a:defRPr sz="1600"/>
            </a:lvl7pPr>
            <a:lvl8pPr lvl="7" algn="ctr">
              <a:lnSpc>
                <a:spcPct val="120000"/>
              </a:lnSpc>
              <a:spcBef>
                <a:spcPts val="500"/>
              </a:spcBef>
              <a:spcAft>
                <a:spcPts val="0"/>
              </a:spcAft>
              <a:buSzPts val="1760"/>
              <a:buNone/>
              <a:defRPr sz="1600"/>
            </a:lvl8pPr>
            <a:lvl9pPr lvl="8" algn="ctr">
              <a:lnSpc>
                <a:spcPct val="120000"/>
              </a:lnSpc>
              <a:spcBef>
                <a:spcPts val="500"/>
              </a:spcBef>
              <a:spcAft>
                <a:spcPts val="0"/>
              </a:spcAft>
              <a:buSzPts val="1760"/>
              <a:buNone/>
              <a:defRPr sz="1600"/>
            </a:lvl9pPr>
          </a:lstStyle>
          <a:p/>
        </p:txBody>
      </p:sp>
      <p:sp>
        <p:nvSpPr>
          <p:cNvPr id="38" name="Google Shape;38;p8"/>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8"/>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grpSp>
        <p:nvGrpSpPr>
          <p:cNvPr id="42" name="Google Shape;42;p9"/>
          <p:cNvGrpSpPr/>
          <p:nvPr/>
        </p:nvGrpSpPr>
        <p:grpSpPr>
          <a:xfrm>
            <a:off x="-417513" y="0"/>
            <a:ext cx="12584114" cy="6853238"/>
            <a:chOff x="-417513" y="0"/>
            <a:chExt cx="12584114" cy="6853238"/>
          </a:xfrm>
        </p:grpSpPr>
        <p:sp>
          <p:nvSpPr>
            <p:cNvPr id="43" name="Google Shape;43;p9"/>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9"/>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9"/>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9"/>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9"/>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9"/>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9"/>
          <p:cNvGrpSpPr/>
          <p:nvPr/>
        </p:nvGrpSpPr>
        <p:grpSpPr>
          <a:xfrm>
            <a:off x="800144" y="1699589"/>
            <a:ext cx="3674476" cy="3470421"/>
            <a:chOff x="697883" y="1816768"/>
            <a:chExt cx="3674476" cy="3470421"/>
          </a:xfrm>
        </p:grpSpPr>
        <p:sp>
          <p:nvSpPr>
            <p:cNvPr id="65" name="Google Shape;65;p9"/>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9"/>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9"/>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 name="Google Shape;68;p9"/>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9"/>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70" name="Google Shape;70;p9"/>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9"/>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 name="Shape 73"/>
        <p:cNvGrpSpPr/>
        <p:nvPr/>
      </p:nvGrpSpPr>
      <p:grpSpPr>
        <a:xfrm>
          <a:off x="0" y="0"/>
          <a:ext cx="0" cy="0"/>
          <a:chOff x="0" y="0"/>
          <a:chExt cx="0" cy="0"/>
        </a:xfrm>
      </p:grpSpPr>
      <p:grpSp>
        <p:nvGrpSpPr>
          <p:cNvPr id="74" name="Google Shape;74;p10"/>
          <p:cNvGrpSpPr/>
          <p:nvPr/>
        </p:nvGrpSpPr>
        <p:grpSpPr>
          <a:xfrm>
            <a:off x="-329674" y="-59376"/>
            <a:ext cx="12515851" cy="6923798"/>
            <a:chOff x="-329674" y="-51881"/>
            <a:chExt cx="12515851" cy="6923798"/>
          </a:xfrm>
        </p:grpSpPr>
        <p:sp>
          <p:nvSpPr>
            <p:cNvPr id="75" name="Google Shape;75;p10"/>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0"/>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0"/>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0"/>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0"/>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0"/>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0"/>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0"/>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0"/>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0"/>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0"/>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0"/>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0"/>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0"/>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0"/>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0"/>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0"/>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0"/>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0"/>
          <p:cNvGrpSpPr/>
          <p:nvPr/>
        </p:nvGrpSpPr>
        <p:grpSpPr>
          <a:xfrm>
            <a:off x="3259545" y="1186483"/>
            <a:ext cx="5666145" cy="4477933"/>
            <a:chOff x="3259545" y="1186483"/>
            <a:chExt cx="5666145" cy="4477933"/>
          </a:xfrm>
        </p:grpSpPr>
        <p:sp>
          <p:nvSpPr>
            <p:cNvPr id="95" name="Google Shape;95;p10"/>
            <p:cNvSpPr/>
            <p:nvPr/>
          </p:nvSpPr>
          <p:spPr>
            <a:xfrm>
              <a:off x="3259545" y="1186483"/>
              <a:ext cx="5657881" cy="71618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0"/>
            <p:cNvSpPr/>
            <p:nvPr/>
          </p:nvSpPr>
          <p:spPr>
            <a:xfrm rot="10800000">
              <a:off x="5892384" y="5313353"/>
              <a:ext cx="407233" cy="35106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0"/>
            <p:cNvSpPr/>
            <p:nvPr/>
          </p:nvSpPr>
          <p:spPr>
            <a:xfrm>
              <a:off x="3259545" y="1991156"/>
              <a:ext cx="5666145" cy="332219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0"/>
          <p:cNvSpPr txBox="1"/>
          <p:nvPr>
            <p:ph type="title"/>
          </p:nvPr>
        </p:nvSpPr>
        <p:spPr>
          <a:xfrm>
            <a:off x="3344216" y="2074730"/>
            <a:ext cx="5490224" cy="1689390"/>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4400"/>
              <a:buFont typeface="Calibri"/>
              <a:buNone/>
              <a:defRPr sz="44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0"/>
          <p:cNvSpPr txBox="1"/>
          <p:nvPr>
            <p:ph idx="1" type="body"/>
          </p:nvPr>
        </p:nvSpPr>
        <p:spPr>
          <a:xfrm>
            <a:off x="3344215" y="3846851"/>
            <a:ext cx="5490223" cy="1383770"/>
          </a:xfrm>
          <a:prstGeom prst="rect">
            <a:avLst/>
          </a:prstGeom>
          <a:noFill/>
          <a:ln>
            <a:noFill/>
          </a:ln>
        </p:spPr>
        <p:txBody>
          <a:bodyPr anchorCtr="0" anchor="t" bIns="45700" lIns="91425" spcFirstLastPara="1" rIns="91425" wrap="square" tIns="0">
            <a:normAutofit/>
          </a:bodyPr>
          <a:lstStyle>
            <a:lvl1pPr indent="-228600" lvl="0" marL="457200" algn="ctr">
              <a:lnSpc>
                <a:spcPct val="120000"/>
              </a:lnSpc>
              <a:spcBef>
                <a:spcPts val="1000"/>
              </a:spcBef>
              <a:spcAft>
                <a:spcPts val="0"/>
              </a:spcAft>
              <a:buSzPts val="1980"/>
              <a:buNone/>
              <a:defRPr sz="1800">
                <a:solidFill>
                  <a:srgbClr val="FFFEFF"/>
                </a:solidFill>
              </a:defRPr>
            </a:lvl1pPr>
            <a:lvl2pPr indent="-228600" lvl="1" marL="914400" algn="l">
              <a:lnSpc>
                <a:spcPct val="120000"/>
              </a:lnSpc>
              <a:spcBef>
                <a:spcPts val="500"/>
              </a:spcBef>
              <a:spcAft>
                <a:spcPts val="0"/>
              </a:spcAft>
              <a:buSzPts val="1980"/>
              <a:buNone/>
              <a:defRPr sz="18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60"/>
              <a:buNone/>
              <a:defRPr sz="1600">
                <a:solidFill>
                  <a:srgbClr val="888888"/>
                </a:solidFill>
              </a:defRPr>
            </a:lvl4pPr>
            <a:lvl5pPr indent="-228600" lvl="4" marL="2286000" algn="l">
              <a:lnSpc>
                <a:spcPct val="120000"/>
              </a:lnSpc>
              <a:spcBef>
                <a:spcPts val="500"/>
              </a:spcBef>
              <a:spcAft>
                <a:spcPts val="0"/>
              </a:spcAft>
              <a:buSzPts val="1760"/>
              <a:buNone/>
              <a:defRPr sz="1600">
                <a:solidFill>
                  <a:srgbClr val="888888"/>
                </a:solidFill>
              </a:defRPr>
            </a:lvl5pPr>
            <a:lvl6pPr indent="-228600" lvl="5" marL="2743200" algn="l">
              <a:lnSpc>
                <a:spcPct val="120000"/>
              </a:lnSpc>
              <a:spcBef>
                <a:spcPts val="500"/>
              </a:spcBef>
              <a:spcAft>
                <a:spcPts val="0"/>
              </a:spcAft>
              <a:buSzPts val="1760"/>
              <a:buNone/>
              <a:defRPr sz="1600">
                <a:solidFill>
                  <a:srgbClr val="888888"/>
                </a:solidFill>
              </a:defRPr>
            </a:lvl6pPr>
            <a:lvl7pPr indent="-228600" lvl="6" marL="3200400" algn="l">
              <a:lnSpc>
                <a:spcPct val="120000"/>
              </a:lnSpc>
              <a:spcBef>
                <a:spcPts val="500"/>
              </a:spcBef>
              <a:spcAft>
                <a:spcPts val="0"/>
              </a:spcAft>
              <a:buSzPts val="1760"/>
              <a:buNone/>
              <a:defRPr sz="1600">
                <a:solidFill>
                  <a:srgbClr val="888888"/>
                </a:solidFill>
              </a:defRPr>
            </a:lvl7pPr>
            <a:lvl8pPr indent="-228600" lvl="7" marL="3657600" algn="l">
              <a:lnSpc>
                <a:spcPct val="120000"/>
              </a:lnSpc>
              <a:spcBef>
                <a:spcPts val="500"/>
              </a:spcBef>
              <a:spcAft>
                <a:spcPts val="0"/>
              </a:spcAft>
              <a:buSzPts val="1760"/>
              <a:buNone/>
              <a:defRPr sz="1600">
                <a:solidFill>
                  <a:srgbClr val="888888"/>
                </a:solidFill>
              </a:defRPr>
            </a:lvl8pPr>
            <a:lvl9pPr indent="-228600" lvl="8" marL="4114800" algn="l">
              <a:lnSpc>
                <a:spcPct val="120000"/>
              </a:lnSpc>
              <a:spcBef>
                <a:spcPts val="500"/>
              </a:spcBef>
              <a:spcAft>
                <a:spcPts val="0"/>
              </a:spcAft>
              <a:buSzPts val="1760"/>
              <a:buNone/>
              <a:defRPr sz="1600">
                <a:solidFill>
                  <a:srgbClr val="888888"/>
                </a:solidFill>
              </a:defRPr>
            </a:lvl9pPr>
          </a:lstStyle>
          <a:p/>
        </p:txBody>
      </p:sp>
      <p:sp>
        <p:nvSpPr>
          <p:cNvPr id="100" name="Google Shape;100;p10"/>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0"/>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0"/>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3" name="Shape 103"/>
        <p:cNvGrpSpPr/>
        <p:nvPr/>
      </p:nvGrpSpPr>
      <p:grpSpPr>
        <a:xfrm>
          <a:off x="0" y="0"/>
          <a:ext cx="0" cy="0"/>
          <a:chOff x="0" y="0"/>
          <a:chExt cx="0" cy="0"/>
        </a:xfrm>
      </p:grpSpPr>
      <p:grpSp>
        <p:nvGrpSpPr>
          <p:cNvPr id="104" name="Google Shape;104;p11"/>
          <p:cNvGrpSpPr/>
          <p:nvPr/>
        </p:nvGrpSpPr>
        <p:grpSpPr>
          <a:xfrm>
            <a:off x="-417513" y="0"/>
            <a:ext cx="12584114" cy="6853238"/>
            <a:chOff x="-417513" y="0"/>
            <a:chExt cx="12584114" cy="6853238"/>
          </a:xfrm>
        </p:grpSpPr>
        <p:sp>
          <p:nvSpPr>
            <p:cNvPr id="105" name="Google Shape;105;p11"/>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1"/>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1"/>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11"/>
          <p:cNvGrpSpPr/>
          <p:nvPr/>
        </p:nvGrpSpPr>
        <p:grpSpPr>
          <a:xfrm>
            <a:off x="800144" y="1699589"/>
            <a:ext cx="3674476" cy="3470421"/>
            <a:chOff x="697883" y="1816768"/>
            <a:chExt cx="3674476" cy="3470421"/>
          </a:xfrm>
        </p:grpSpPr>
        <p:sp>
          <p:nvSpPr>
            <p:cNvPr id="127" name="Google Shape;127;p11"/>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1"/>
          <p:cNvSpPr txBox="1"/>
          <p:nvPr>
            <p:ph type="title"/>
          </p:nvPr>
        </p:nvSpPr>
        <p:spPr>
          <a:xfrm>
            <a:off x="889000" y="2339669"/>
            <a:ext cx="3500828" cy="2470065"/>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11"/>
          <p:cNvSpPr txBox="1"/>
          <p:nvPr>
            <p:ph idx="1" type="body"/>
          </p:nvPr>
        </p:nvSpPr>
        <p:spPr>
          <a:xfrm>
            <a:off x="5120878" y="803187"/>
            <a:ext cx="6269591" cy="2382651"/>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132" name="Google Shape;132;p11"/>
          <p:cNvSpPr txBox="1"/>
          <p:nvPr>
            <p:ph idx="2" type="body"/>
          </p:nvPr>
        </p:nvSpPr>
        <p:spPr>
          <a:xfrm>
            <a:off x="5118447" y="3672162"/>
            <a:ext cx="6272022" cy="2383586"/>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133" name="Google Shape;133;p11"/>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1"/>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1"/>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6" name="Shape 136"/>
        <p:cNvGrpSpPr/>
        <p:nvPr/>
      </p:nvGrpSpPr>
      <p:grpSpPr>
        <a:xfrm>
          <a:off x="0" y="0"/>
          <a:ext cx="0" cy="0"/>
          <a:chOff x="0" y="0"/>
          <a:chExt cx="0" cy="0"/>
        </a:xfrm>
      </p:grpSpPr>
      <p:grpSp>
        <p:nvGrpSpPr>
          <p:cNvPr id="137" name="Google Shape;137;p12"/>
          <p:cNvGrpSpPr/>
          <p:nvPr/>
        </p:nvGrpSpPr>
        <p:grpSpPr>
          <a:xfrm>
            <a:off x="-417513" y="0"/>
            <a:ext cx="12584114" cy="6853238"/>
            <a:chOff x="-417513" y="0"/>
            <a:chExt cx="12584114" cy="6853238"/>
          </a:xfrm>
        </p:grpSpPr>
        <p:sp>
          <p:nvSpPr>
            <p:cNvPr id="138" name="Google Shape;138;p12"/>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2"/>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2"/>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2"/>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2"/>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2"/>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2"/>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2"/>
          <p:cNvGrpSpPr/>
          <p:nvPr/>
        </p:nvGrpSpPr>
        <p:grpSpPr>
          <a:xfrm>
            <a:off x="800144" y="1699589"/>
            <a:ext cx="3674476" cy="3470421"/>
            <a:chOff x="697883" y="1816768"/>
            <a:chExt cx="3674476" cy="3470421"/>
          </a:xfrm>
        </p:grpSpPr>
        <p:sp>
          <p:nvSpPr>
            <p:cNvPr id="160" name="Google Shape;160;p12"/>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2"/>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 name="Google Shape;163;p12"/>
          <p:cNvSpPr txBox="1"/>
          <p:nvPr>
            <p:ph type="title"/>
          </p:nvPr>
        </p:nvSpPr>
        <p:spPr>
          <a:xfrm>
            <a:off x="889001" y="2363915"/>
            <a:ext cx="3500828" cy="2460497"/>
          </a:xfrm>
          <a:prstGeom prst="rect">
            <a:avLst/>
          </a:prstGeom>
          <a:noFill/>
          <a:ln>
            <a:noFill/>
          </a:ln>
        </p:spPr>
        <p:txBody>
          <a:bodyPr anchorCtr="0" anchor="ctr" bIns="91425" lIns="91425" spcFirstLastPara="1" rIns="91425" wrap="square" tIns="91425">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12"/>
          <p:cNvSpPr txBox="1"/>
          <p:nvPr>
            <p:ph idx="1" type="body"/>
          </p:nvPr>
        </p:nvSpPr>
        <p:spPr>
          <a:xfrm>
            <a:off x="5125137" y="803185"/>
            <a:ext cx="6265088"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2420"/>
              <a:buNone/>
              <a:defRPr b="0" sz="2200" cap="none">
                <a:solidFill>
                  <a:schemeClr val="accent1"/>
                </a:solidFill>
              </a:defRPr>
            </a:lvl1pPr>
            <a:lvl2pPr indent="-228600" lvl="1" marL="914400" algn="l">
              <a:lnSpc>
                <a:spcPct val="120000"/>
              </a:lnSpc>
              <a:spcBef>
                <a:spcPts val="500"/>
              </a:spcBef>
              <a:spcAft>
                <a:spcPts val="0"/>
              </a:spcAft>
              <a:buSzPts val="2200"/>
              <a:buNone/>
              <a:defRPr b="1" sz="2000"/>
            </a:lvl2pPr>
            <a:lvl3pPr indent="-228600" lvl="2" marL="1371600" algn="l">
              <a:lnSpc>
                <a:spcPct val="120000"/>
              </a:lnSpc>
              <a:spcBef>
                <a:spcPts val="500"/>
              </a:spcBef>
              <a:spcAft>
                <a:spcPts val="0"/>
              </a:spcAft>
              <a:buSzPts val="1980"/>
              <a:buNone/>
              <a:defRPr b="1" sz="1800"/>
            </a:lvl3pPr>
            <a:lvl4pPr indent="-228600" lvl="3" marL="1828800" algn="l">
              <a:lnSpc>
                <a:spcPct val="120000"/>
              </a:lnSpc>
              <a:spcBef>
                <a:spcPts val="500"/>
              </a:spcBef>
              <a:spcAft>
                <a:spcPts val="0"/>
              </a:spcAft>
              <a:buSzPts val="1760"/>
              <a:buNone/>
              <a:defRPr b="1" sz="1600"/>
            </a:lvl4pPr>
            <a:lvl5pPr indent="-228600" lvl="4" marL="2286000" algn="l">
              <a:lnSpc>
                <a:spcPct val="120000"/>
              </a:lnSpc>
              <a:spcBef>
                <a:spcPts val="500"/>
              </a:spcBef>
              <a:spcAft>
                <a:spcPts val="0"/>
              </a:spcAft>
              <a:buSzPts val="1760"/>
              <a:buNone/>
              <a:defRPr b="1" sz="1600"/>
            </a:lvl5pPr>
            <a:lvl6pPr indent="-228600" lvl="5" marL="2743200" algn="l">
              <a:lnSpc>
                <a:spcPct val="120000"/>
              </a:lnSpc>
              <a:spcBef>
                <a:spcPts val="500"/>
              </a:spcBef>
              <a:spcAft>
                <a:spcPts val="0"/>
              </a:spcAft>
              <a:buSzPts val="1760"/>
              <a:buNone/>
              <a:defRPr b="1" sz="1600"/>
            </a:lvl6pPr>
            <a:lvl7pPr indent="-228600" lvl="6" marL="3200400" algn="l">
              <a:lnSpc>
                <a:spcPct val="120000"/>
              </a:lnSpc>
              <a:spcBef>
                <a:spcPts val="500"/>
              </a:spcBef>
              <a:spcAft>
                <a:spcPts val="0"/>
              </a:spcAft>
              <a:buSzPts val="1760"/>
              <a:buNone/>
              <a:defRPr b="1" sz="1600"/>
            </a:lvl7pPr>
            <a:lvl8pPr indent="-228600" lvl="7" marL="3657600" algn="l">
              <a:lnSpc>
                <a:spcPct val="120000"/>
              </a:lnSpc>
              <a:spcBef>
                <a:spcPts val="500"/>
              </a:spcBef>
              <a:spcAft>
                <a:spcPts val="0"/>
              </a:spcAft>
              <a:buSzPts val="1760"/>
              <a:buNone/>
              <a:defRPr b="1" sz="1600"/>
            </a:lvl8pPr>
            <a:lvl9pPr indent="-228600" lvl="8" marL="4114800" algn="l">
              <a:lnSpc>
                <a:spcPct val="120000"/>
              </a:lnSpc>
              <a:spcBef>
                <a:spcPts val="500"/>
              </a:spcBef>
              <a:spcAft>
                <a:spcPts val="0"/>
              </a:spcAft>
              <a:buSzPts val="1760"/>
              <a:buNone/>
              <a:defRPr b="1" sz="1600"/>
            </a:lvl9pPr>
          </a:lstStyle>
          <a:p/>
        </p:txBody>
      </p:sp>
      <p:sp>
        <p:nvSpPr>
          <p:cNvPr id="165" name="Google Shape;165;p12"/>
          <p:cNvSpPr txBox="1"/>
          <p:nvPr>
            <p:ph idx="2" type="body"/>
          </p:nvPr>
        </p:nvSpPr>
        <p:spPr>
          <a:xfrm>
            <a:off x="5125305" y="1488985"/>
            <a:ext cx="6264350" cy="1696853"/>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166" name="Google Shape;166;p12"/>
          <p:cNvSpPr txBox="1"/>
          <p:nvPr>
            <p:ph idx="3" type="body"/>
          </p:nvPr>
        </p:nvSpPr>
        <p:spPr>
          <a:xfrm>
            <a:off x="5118653" y="3665887"/>
            <a:ext cx="6264414" cy="6858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2420"/>
              <a:buNone/>
              <a:defRPr b="0" sz="2200" cap="none">
                <a:solidFill>
                  <a:schemeClr val="accent1"/>
                </a:solidFill>
              </a:defRPr>
            </a:lvl1pPr>
            <a:lvl2pPr indent="-228600" lvl="1" marL="914400" algn="l">
              <a:lnSpc>
                <a:spcPct val="120000"/>
              </a:lnSpc>
              <a:spcBef>
                <a:spcPts val="500"/>
              </a:spcBef>
              <a:spcAft>
                <a:spcPts val="0"/>
              </a:spcAft>
              <a:buSzPts val="2200"/>
              <a:buNone/>
              <a:defRPr b="1" sz="2000"/>
            </a:lvl2pPr>
            <a:lvl3pPr indent="-228600" lvl="2" marL="1371600" algn="l">
              <a:lnSpc>
                <a:spcPct val="120000"/>
              </a:lnSpc>
              <a:spcBef>
                <a:spcPts val="500"/>
              </a:spcBef>
              <a:spcAft>
                <a:spcPts val="0"/>
              </a:spcAft>
              <a:buSzPts val="1980"/>
              <a:buNone/>
              <a:defRPr b="1" sz="1800"/>
            </a:lvl3pPr>
            <a:lvl4pPr indent="-228600" lvl="3" marL="1828800" algn="l">
              <a:lnSpc>
                <a:spcPct val="120000"/>
              </a:lnSpc>
              <a:spcBef>
                <a:spcPts val="500"/>
              </a:spcBef>
              <a:spcAft>
                <a:spcPts val="0"/>
              </a:spcAft>
              <a:buSzPts val="1760"/>
              <a:buNone/>
              <a:defRPr b="1" sz="1600"/>
            </a:lvl4pPr>
            <a:lvl5pPr indent="-228600" lvl="4" marL="2286000" algn="l">
              <a:lnSpc>
                <a:spcPct val="120000"/>
              </a:lnSpc>
              <a:spcBef>
                <a:spcPts val="500"/>
              </a:spcBef>
              <a:spcAft>
                <a:spcPts val="0"/>
              </a:spcAft>
              <a:buSzPts val="1760"/>
              <a:buNone/>
              <a:defRPr b="1" sz="1600"/>
            </a:lvl5pPr>
            <a:lvl6pPr indent="-228600" lvl="5" marL="2743200" algn="l">
              <a:lnSpc>
                <a:spcPct val="120000"/>
              </a:lnSpc>
              <a:spcBef>
                <a:spcPts val="500"/>
              </a:spcBef>
              <a:spcAft>
                <a:spcPts val="0"/>
              </a:spcAft>
              <a:buSzPts val="1760"/>
              <a:buNone/>
              <a:defRPr b="1" sz="1600"/>
            </a:lvl6pPr>
            <a:lvl7pPr indent="-228600" lvl="6" marL="3200400" algn="l">
              <a:lnSpc>
                <a:spcPct val="120000"/>
              </a:lnSpc>
              <a:spcBef>
                <a:spcPts val="500"/>
              </a:spcBef>
              <a:spcAft>
                <a:spcPts val="0"/>
              </a:spcAft>
              <a:buSzPts val="1760"/>
              <a:buNone/>
              <a:defRPr b="1" sz="1600"/>
            </a:lvl7pPr>
            <a:lvl8pPr indent="-228600" lvl="7" marL="3657600" algn="l">
              <a:lnSpc>
                <a:spcPct val="120000"/>
              </a:lnSpc>
              <a:spcBef>
                <a:spcPts val="500"/>
              </a:spcBef>
              <a:spcAft>
                <a:spcPts val="0"/>
              </a:spcAft>
              <a:buSzPts val="1760"/>
              <a:buNone/>
              <a:defRPr b="1" sz="1600"/>
            </a:lvl8pPr>
            <a:lvl9pPr indent="-228600" lvl="8" marL="4114800" algn="l">
              <a:lnSpc>
                <a:spcPct val="120000"/>
              </a:lnSpc>
              <a:spcBef>
                <a:spcPts val="500"/>
              </a:spcBef>
              <a:spcAft>
                <a:spcPts val="0"/>
              </a:spcAft>
              <a:buSzPts val="1760"/>
              <a:buNone/>
              <a:defRPr b="1" sz="1600"/>
            </a:lvl9pPr>
          </a:lstStyle>
          <a:p/>
        </p:txBody>
      </p:sp>
      <p:sp>
        <p:nvSpPr>
          <p:cNvPr id="167" name="Google Shape;167;p12"/>
          <p:cNvSpPr txBox="1"/>
          <p:nvPr>
            <p:ph idx="4" type="body"/>
          </p:nvPr>
        </p:nvSpPr>
        <p:spPr>
          <a:xfrm>
            <a:off x="5118447" y="4351687"/>
            <a:ext cx="6265588" cy="1704060"/>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168" name="Google Shape;168;p12"/>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12"/>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12"/>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1" name="Shape 171"/>
        <p:cNvGrpSpPr/>
        <p:nvPr/>
      </p:nvGrpSpPr>
      <p:grpSpPr>
        <a:xfrm>
          <a:off x="0" y="0"/>
          <a:ext cx="0" cy="0"/>
          <a:chOff x="0" y="0"/>
          <a:chExt cx="0" cy="0"/>
        </a:xfrm>
      </p:grpSpPr>
      <p:grpSp>
        <p:nvGrpSpPr>
          <p:cNvPr id="172" name="Google Shape;172;p13"/>
          <p:cNvGrpSpPr/>
          <p:nvPr/>
        </p:nvGrpSpPr>
        <p:grpSpPr>
          <a:xfrm>
            <a:off x="-417513" y="0"/>
            <a:ext cx="12584114" cy="6853238"/>
            <a:chOff x="-417513" y="0"/>
            <a:chExt cx="12584114" cy="6853238"/>
          </a:xfrm>
        </p:grpSpPr>
        <p:sp>
          <p:nvSpPr>
            <p:cNvPr id="173" name="Google Shape;173;p13"/>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3"/>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3"/>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3"/>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3"/>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3"/>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3"/>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3"/>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3"/>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3"/>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3"/>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3"/>
          <p:cNvGrpSpPr/>
          <p:nvPr/>
        </p:nvGrpSpPr>
        <p:grpSpPr>
          <a:xfrm>
            <a:off x="800144" y="1699589"/>
            <a:ext cx="3674476" cy="3470421"/>
            <a:chOff x="697883" y="1816768"/>
            <a:chExt cx="3674476" cy="3470421"/>
          </a:xfrm>
        </p:grpSpPr>
        <p:sp>
          <p:nvSpPr>
            <p:cNvPr id="195" name="Google Shape;195;p13"/>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3"/>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3"/>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 name="Google Shape;198;p13"/>
          <p:cNvSpPr txBox="1"/>
          <p:nvPr>
            <p:ph type="title"/>
          </p:nvPr>
        </p:nvSpPr>
        <p:spPr>
          <a:xfrm>
            <a:off x="888632" y="2349925"/>
            <a:ext cx="3501196" cy="2456442"/>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13"/>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13"/>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3"/>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2" name="Shape 202"/>
        <p:cNvGrpSpPr/>
        <p:nvPr/>
      </p:nvGrpSpPr>
      <p:grpSpPr>
        <a:xfrm>
          <a:off x="0" y="0"/>
          <a:ext cx="0" cy="0"/>
          <a:chOff x="0" y="0"/>
          <a:chExt cx="0" cy="0"/>
        </a:xfrm>
      </p:grpSpPr>
      <p:sp>
        <p:nvSpPr>
          <p:cNvPr id="203" name="Google Shape;203;p14"/>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14"/>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14"/>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6" name="Shape 206"/>
        <p:cNvGrpSpPr/>
        <p:nvPr/>
      </p:nvGrpSpPr>
      <p:grpSpPr>
        <a:xfrm>
          <a:off x="0" y="0"/>
          <a:ext cx="0" cy="0"/>
          <a:chOff x="0" y="0"/>
          <a:chExt cx="0" cy="0"/>
        </a:xfrm>
      </p:grpSpPr>
      <p:grpSp>
        <p:nvGrpSpPr>
          <p:cNvPr id="207" name="Google Shape;207;p15"/>
          <p:cNvGrpSpPr/>
          <p:nvPr/>
        </p:nvGrpSpPr>
        <p:grpSpPr>
          <a:xfrm>
            <a:off x="-417513" y="0"/>
            <a:ext cx="12584114" cy="6853238"/>
            <a:chOff x="-417513" y="0"/>
            <a:chExt cx="12584114" cy="6853238"/>
          </a:xfrm>
        </p:grpSpPr>
        <p:sp>
          <p:nvSpPr>
            <p:cNvPr id="208" name="Google Shape;208;p15"/>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5"/>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5"/>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5"/>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5"/>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5"/>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5"/>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5"/>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5"/>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5"/>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5"/>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5"/>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5"/>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5"/>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5"/>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5"/>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5"/>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 name="Google Shape;229;p15"/>
          <p:cNvGrpSpPr/>
          <p:nvPr/>
        </p:nvGrpSpPr>
        <p:grpSpPr>
          <a:xfrm>
            <a:off x="800144" y="1699589"/>
            <a:ext cx="3674476" cy="3470421"/>
            <a:chOff x="697883" y="1816768"/>
            <a:chExt cx="3674476" cy="3470421"/>
          </a:xfrm>
        </p:grpSpPr>
        <p:sp>
          <p:nvSpPr>
            <p:cNvPr id="230" name="Google Shape;230;p15"/>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5"/>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5"/>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 name="Google Shape;233;p15"/>
          <p:cNvSpPr txBox="1"/>
          <p:nvPr>
            <p:ph type="title"/>
          </p:nvPr>
        </p:nvSpPr>
        <p:spPr>
          <a:xfrm>
            <a:off x="888631" y="2352026"/>
            <a:ext cx="3501197" cy="1223298"/>
          </a:xfrm>
          <a:prstGeom prst="rect">
            <a:avLst/>
          </a:prstGeom>
          <a:noFill/>
          <a:ln>
            <a:noFill/>
          </a:ln>
        </p:spPr>
        <p:txBody>
          <a:bodyPr anchorCtr="0" anchor="b" bIns="0" lIns="228600" spcFirstLastPara="1" rIns="228600" wrap="square" tIns="228600">
            <a:noAutofit/>
          </a:bodyPr>
          <a:lstStyle>
            <a:lvl1pPr lvl="0" algn="ctr">
              <a:lnSpc>
                <a:spcPct val="85000"/>
              </a:lnSpc>
              <a:spcBef>
                <a:spcPts val="0"/>
              </a:spcBef>
              <a:spcAft>
                <a:spcPts val="0"/>
              </a:spcAft>
              <a:buClr>
                <a:srgbClr val="FFFEFF"/>
              </a:buClr>
              <a:buSzPts val="3200"/>
              <a:buFont typeface="Calibri"/>
              <a:buNone/>
              <a:defRPr sz="32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15"/>
          <p:cNvSpPr txBox="1"/>
          <p:nvPr>
            <p:ph idx="1" type="body"/>
          </p:nvPr>
        </p:nvSpPr>
        <p:spPr>
          <a:xfrm>
            <a:off x="5109983" y="802809"/>
            <a:ext cx="6275035" cy="5249940"/>
          </a:xfrm>
          <a:prstGeom prst="rect">
            <a:avLst/>
          </a:prstGeom>
          <a:noFill/>
          <a:ln>
            <a:noFill/>
          </a:ln>
        </p:spPr>
        <p:txBody>
          <a:bodyPr anchorCtr="0" anchor="ctr"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235" name="Google Shape;235;p15"/>
          <p:cNvSpPr txBox="1"/>
          <p:nvPr>
            <p:ph idx="2" type="body"/>
          </p:nvPr>
        </p:nvSpPr>
        <p:spPr>
          <a:xfrm>
            <a:off x="888631" y="3580186"/>
            <a:ext cx="3501197" cy="1221164"/>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760"/>
              <a:buNone/>
              <a:defRPr sz="1600">
                <a:solidFill>
                  <a:srgbClr val="FFFEFF"/>
                </a:solidFill>
              </a:defRPr>
            </a:lvl1pPr>
            <a:lvl2pPr indent="-228600" lvl="1" marL="914400" algn="l">
              <a:lnSpc>
                <a:spcPct val="120000"/>
              </a:lnSpc>
              <a:spcBef>
                <a:spcPts val="500"/>
              </a:spcBef>
              <a:spcAft>
                <a:spcPts val="0"/>
              </a:spcAft>
              <a:buSzPts val="1540"/>
              <a:buNone/>
              <a:defRPr sz="1400"/>
            </a:lvl2pPr>
            <a:lvl3pPr indent="-228600" lvl="2" marL="1371600" algn="l">
              <a:lnSpc>
                <a:spcPct val="120000"/>
              </a:lnSpc>
              <a:spcBef>
                <a:spcPts val="500"/>
              </a:spcBef>
              <a:spcAft>
                <a:spcPts val="0"/>
              </a:spcAft>
              <a:buSzPts val="1320"/>
              <a:buNone/>
              <a:defRPr sz="1200"/>
            </a:lvl3pPr>
            <a:lvl4pPr indent="-228600" lvl="3" marL="1828800" algn="l">
              <a:lnSpc>
                <a:spcPct val="120000"/>
              </a:lnSpc>
              <a:spcBef>
                <a:spcPts val="500"/>
              </a:spcBef>
              <a:spcAft>
                <a:spcPts val="0"/>
              </a:spcAft>
              <a:buSzPts val="1100"/>
              <a:buNone/>
              <a:defRPr sz="1000"/>
            </a:lvl4pPr>
            <a:lvl5pPr indent="-228600" lvl="4" marL="2286000" algn="l">
              <a:lnSpc>
                <a:spcPct val="120000"/>
              </a:lnSpc>
              <a:spcBef>
                <a:spcPts val="500"/>
              </a:spcBef>
              <a:spcAft>
                <a:spcPts val="0"/>
              </a:spcAft>
              <a:buSzPts val="1100"/>
              <a:buNone/>
              <a:defRPr sz="1000"/>
            </a:lvl5pPr>
            <a:lvl6pPr indent="-228600" lvl="5" marL="2743200" algn="l">
              <a:lnSpc>
                <a:spcPct val="120000"/>
              </a:lnSpc>
              <a:spcBef>
                <a:spcPts val="500"/>
              </a:spcBef>
              <a:spcAft>
                <a:spcPts val="0"/>
              </a:spcAft>
              <a:buSzPts val="1100"/>
              <a:buNone/>
              <a:defRPr sz="1000"/>
            </a:lvl6pPr>
            <a:lvl7pPr indent="-228600" lvl="6" marL="3200400" algn="l">
              <a:lnSpc>
                <a:spcPct val="120000"/>
              </a:lnSpc>
              <a:spcBef>
                <a:spcPts val="500"/>
              </a:spcBef>
              <a:spcAft>
                <a:spcPts val="0"/>
              </a:spcAft>
              <a:buSzPts val="1100"/>
              <a:buNone/>
              <a:defRPr sz="1000"/>
            </a:lvl7pPr>
            <a:lvl8pPr indent="-228600" lvl="7" marL="3657600" algn="l">
              <a:lnSpc>
                <a:spcPct val="120000"/>
              </a:lnSpc>
              <a:spcBef>
                <a:spcPts val="500"/>
              </a:spcBef>
              <a:spcAft>
                <a:spcPts val="0"/>
              </a:spcAft>
              <a:buSzPts val="1100"/>
              <a:buNone/>
              <a:defRPr sz="1000"/>
            </a:lvl8pPr>
            <a:lvl9pPr indent="-228600" lvl="8" marL="4114800" algn="l">
              <a:lnSpc>
                <a:spcPct val="120000"/>
              </a:lnSpc>
              <a:spcBef>
                <a:spcPts val="500"/>
              </a:spcBef>
              <a:spcAft>
                <a:spcPts val="0"/>
              </a:spcAft>
              <a:buSzPts val="1100"/>
              <a:buNone/>
              <a:defRPr sz="1000"/>
            </a:lvl9pPr>
          </a:lstStyle>
          <a:p/>
        </p:txBody>
      </p:sp>
      <p:sp>
        <p:nvSpPr>
          <p:cNvPr id="236" name="Google Shape;236;p15"/>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15"/>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15"/>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9" name="Shape 239"/>
        <p:cNvGrpSpPr/>
        <p:nvPr/>
      </p:nvGrpSpPr>
      <p:grpSpPr>
        <a:xfrm>
          <a:off x="0" y="0"/>
          <a:ext cx="0" cy="0"/>
          <a:chOff x="0" y="0"/>
          <a:chExt cx="0" cy="0"/>
        </a:xfrm>
      </p:grpSpPr>
      <p:grpSp>
        <p:nvGrpSpPr>
          <p:cNvPr id="240" name="Google Shape;240;p16"/>
          <p:cNvGrpSpPr/>
          <p:nvPr/>
        </p:nvGrpSpPr>
        <p:grpSpPr>
          <a:xfrm>
            <a:off x="-329674" y="-59376"/>
            <a:ext cx="12515851" cy="6923798"/>
            <a:chOff x="-329674" y="-51881"/>
            <a:chExt cx="12515851" cy="6923798"/>
          </a:xfrm>
        </p:grpSpPr>
        <p:sp>
          <p:nvSpPr>
            <p:cNvPr id="241" name="Google Shape;241;p16"/>
            <p:cNvSpPr/>
            <p:nvPr/>
          </p:nvSpPr>
          <p:spPr>
            <a:xfrm>
              <a:off x="-329674" y="1298404"/>
              <a:ext cx="9702800" cy="5573512"/>
            </a:xfrm>
            <a:custGeom>
              <a:rect b="b" l="l" r="r" t="t"/>
              <a:pathLst>
                <a:path extrusionOk="0" h="1169" w="2038">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6"/>
            <p:cNvSpPr/>
            <p:nvPr/>
          </p:nvSpPr>
          <p:spPr>
            <a:xfrm>
              <a:off x="670451" y="2018236"/>
              <a:ext cx="7373938" cy="4848892"/>
            </a:xfrm>
            <a:custGeom>
              <a:rect b="b" l="l" r="r" t="t"/>
              <a:pathLst>
                <a:path extrusionOk="0" h="1017" w="1549">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6"/>
            <p:cNvSpPr/>
            <p:nvPr/>
          </p:nvSpPr>
          <p:spPr>
            <a:xfrm>
              <a:off x="251351" y="1788400"/>
              <a:ext cx="8035925" cy="5083516"/>
            </a:xfrm>
            <a:custGeom>
              <a:rect b="b" l="l" r="r" t="t"/>
              <a:pathLst>
                <a:path extrusionOk="0" h="1066" w="1688">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6"/>
            <p:cNvSpPr/>
            <p:nvPr/>
          </p:nvSpPr>
          <p:spPr>
            <a:xfrm>
              <a:off x="-1061" y="549842"/>
              <a:ext cx="10334625" cy="6322075"/>
            </a:xfrm>
            <a:custGeom>
              <a:rect b="b" l="l" r="r" t="t"/>
              <a:pathLst>
                <a:path extrusionOk="0" h="1326" w="2171">
                  <a:moveTo>
                    <a:pt x="1873" y="1326"/>
                  </a:moveTo>
                  <a:cubicBezTo>
                    <a:pt x="2171" y="1045"/>
                    <a:pt x="1825" y="678"/>
                    <a:pt x="1609" y="473"/>
                  </a:cubicBezTo>
                  <a:cubicBezTo>
                    <a:pt x="1406" y="281"/>
                    <a:pt x="1159" y="116"/>
                    <a:pt x="880" y="63"/>
                  </a:cubicBezTo>
                  <a:cubicBezTo>
                    <a:pt x="545" y="0"/>
                    <a:pt x="214" y="161"/>
                    <a:pt x="0" y="42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
            <p:cNvSpPr/>
            <p:nvPr/>
          </p:nvSpPr>
          <p:spPr>
            <a:xfrm>
              <a:off x="3701" y="6186246"/>
              <a:ext cx="504825" cy="681527"/>
            </a:xfrm>
            <a:custGeom>
              <a:rect b="b" l="l" r="r" t="t"/>
              <a:pathLst>
                <a:path extrusionOk="0" h="143" w="106">
                  <a:moveTo>
                    <a:pt x="0" y="0"/>
                  </a:moveTo>
                  <a:cubicBezTo>
                    <a:pt x="35" y="54"/>
                    <a:pt x="70" y="101"/>
                    <a:pt x="106" y="14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
            <p:cNvSpPr/>
            <p:nvPr/>
          </p:nvSpPr>
          <p:spPr>
            <a:xfrm>
              <a:off x="-1061" y="-51881"/>
              <a:ext cx="11091863" cy="6923796"/>
            </a:xfrm>
            <a:custGeom>
              <a:rect b="b" l="l" r="r" t="t"/>
              <a:pathLst>
                <a:path extrusionOk="0" h="1452" w="2330">
                  <a:moveTo>
                    <a:pt x="2046" y="1452"/>
                  </a:moveTo>
                  <a:cubicBezTo>
                    <a:pt x="2330" y="1153"/>
                    <a:pt x="2049" y="821"/>
                    <a:pt x="1813" y="601"/>
                  </a:cubicBezTo>
                  <a:cubicBezTo>
                    <a:pt x="1569" y="375"/>
                    <a:pt x="1282" y="179"/>
                    <a:pt x="956" y="97"/>
                  </a:cubicBezTo>
                  <a:cubicBezTo>
                    <a:pt x="572" y="0"/>
                    <a:pt x="292" y="101"/>
                    <a:pt x="0" y="366"/>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6"/>
            <p:cNvSpPr/>
            <p:nvPr/>
          </p:nvSpPr>
          <p:spPr>
            <a:xfrm>
              <a:off x="5426601" y="5579"/>
              <a:ext cx="5788025" cy="6847184"/>
            </a:xfrm>
            <a:custGeom>
              <a:rect b="b" l="l" r="r" t="t"/>
              <a:pathLst>
                <a:path extrusionOk="0" h="1436" w="1216">
                  <a:moveTo>
                    <a:pt x="1094" y="1436"/>
                  </a:moveTo>
                  <a:cubicBezTo>
                    <a:pt x="1216" y="1114"/>
                    <a:pt x="904" y="770"/>
                    <a:pt x="709" y="551"/>
                  </a:cubicBezTo>
                  <a:cubicBezTo>
                    <a:pt x="509" y="327"/>
                    <a:pt x="274" y="127"/>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6"/>
            <p:cNvSpPr/>
            <p:nvPr/>
          </p:nvSpPr>
          <p:spPr>
            <a:xfrm>
              <a:off x="-1061" y="5579"/>
              <a:ext cx="1057275" cy="614491"/>
            </a:xfrm>
            <a:custGeom>
              <a:rect b="b" l="l" r="r" t="t"/>
              <a:pathLst>
                <a:path extrusionOk="0" h="129" w="222">
                  <a:moveTo>
                    <a:pt x="222" y="0"/>
                  </a:moveTo>
                  <a:cubicBezTo>
                    <a:pt x="152" y="35"/>
                    <a:pt x="76" y="78"/>
                    <a:pt x="0" y="12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6"/>
            <p:cNvSpPr/>
            <p:nvPr/>
          </p:nvSpPr>
          <p:spPr>
            <a:xfrm>
              <a:off x="5821889" y="5579"/>
              <a:ext cx="5588000" cy="6866337"/>
            </a:xfrm>
            <a:custGeom>
              <a:rect b="b" l="l" r="r" t="t"/>
              <a:pathLst>
                <a:path extrusionOk="0" h="1440" w="1174">
                  <a:moveTo>
                    <a:pt x="1067" y="1440"/>
                  </a:moveTo>
                  <a:cubicBezTo>
                    <a:pt x="1174" y="1124"/>
                    <a:pt x="887" y="797"/>
                    <a:pt x="698" y="577"/>
                  </a:cubicBezTo>
                  <a:cubicBezTo>
                    <a:pt x="500" y="348"/>
                    <a:pt x="270" y="14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6"/>
            <p:cNvSpPr/>
            <p:nvPr/>
          </p:nvSpPr>
          <p:spPr>
            <a:xfrm>
              <a:off x="3701" y="790"/>
              <a:ext cx="595313" cy="352734"/>
            </a:xfrm>
            <a:custGeom>
              <a:rect b="b" l="l" r="r" t="t"/>
              <a:pathLst>
                <a:path extrusionOk="0" h="74" w="125">
                  <a:moveTo>
                    <a:pt x="125" y="0"/>
                  </a:moveTo>
                  <a:cubicBezTo>
                    <a:pt x="85" y="22"/>
                    <a:pt x="43" y="47"/>
                    <a:pt x="0" y="74"/>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6"/>
            <p:cNvSpPr/>
            <p:nvPr/>
          </p:nvSpPr>
          <p:spPr>
            <a:xfrm>
              <a:off x="6012389" y="5579"/>
              <a:ext cx="5497513" cy="6866337"/>
            </a:xfrm>
            <a:custGeom>
              <a:rect b="b" l="l" r="r" t="t"/>
              <a:pathLst>
                <a:path extrusionOk="0" h="1440" w="1155">
                  <a:moveTo>
                    <a:pt x="1056" y="1440"/>
                  </a:moveTo>
                  <a:cubicBezTo>
                    <a:pt x="1155" y="1123"/>
                    <a:pt x="875" y="801"/>
                    <a:pt x="686" y="580"/>
                  </a:cubicBezTo>
                  <a:cubicBezTo>
                    <a:pt x="491" y="352"/>
                    <a:pt x="264" y="145"/>
                    <a:pt x="0" y="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
            <p:cNvSpPr/>
            <p:nvPr/>
          </p:nvSpPr>
          <p:spPr>
            <a:xfrm>
              <a:off x="-1061" y="5579"/>
              <a:ext cx="357188" cy="213875"/>
            </a:xfrm>
            <a:custGeom>
              <a:rect b="b" l="l" r="r" t="t"/>
              <a:pathLst>
                <a:path extrusionOk="0" h="45" w="75">
                  <a:moveTo>
                    <a:pt x="75" y="0"/>
                  </a:moveTo>
                  <a:cubicBezTo>
                    <a:pt x="50" y="14"/>
                    <a:pt x="25" y="29"/>
                    <a:pt x="0" y="45"/>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6"/>
            <p:cNvSpPr/>
            <p:nvPr/>
          </p:nvSpPr>
          <p:spPr>
            <a:xfrm>
              <a:off x="6210826" y="790"/>
              <a:ext cx="5522913" cy="6871126"/>
            </a:xfrm>
            <a:custGeom>
              <a:rect b="b" l="l" r="r" t="t"/>
              <a:pathLst>
                <a:path extrusionOk="0" h="1441" w="1160">
                  <a:moveTo>
                    <a:pt x="1053" y="1441"/>
                  </a:moveTo>
                  <a:cubicBezTo>
                    <a:pt x="1160" y="1129"/>
                    <a:pt x="892" y="817"/>
                    <a:pt x="705" y="599"/>
                  </a:cubicBezTo>
                  <a:cubicBezTo>
                    <a:pt x="503" y="365"/>
                    <a:pt x="270" y="152"/>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6"/>
            <p:cNvSpPr/>
            <p:nvPr/>
          </p:nvSpPr>
          <p:spPr>
            <a:xfrm>
              <a:off x="6463239" y="5579"/>
              <a:ext cx="5413375" cy="6866337"/>
            </a:xfrm>
            <a:custGeom>
              <a:rect b="b" l="l" r="r" t="t"/>
              <a:pathLst>
                <a:path extrusionOk="0" h="1440" w="1137">
                  <a:moveTo>
                    <a:pt x="1040" y="1440"/>
                  </a:moveTo>
                  <a:cubicBezTo>
                    <a:pt x="1137" y="1131"/>
                    <a:pt x="883" y="828"/>
                    <a:pt x="698" y="611"/>
                  </a:cubicBezTo>
                  <a:cubicBezTo>
                    <a:pt x="498" y="375"/>
                    <a:pt x="268" y="159"/>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6"/>
            <p:cNvSpPr/>
            <p:nvPr/>
          </p:nvSpPr>
          <p:spPr>
            <a:xfrm>
              <a:off x="6877576" y="5579"/>
              <a:ext cx="5037138" cy="6861550"/>
            </a:xfrm>
            <a:custGeom>
              <a:rect b="b" l="l" r="r" t="t"/>
              <a:pathLst>
                <a:path extrusionOk="0" h="1439" w="1058">
                  <a:moveTo>
                    <a:pt x="1011" y="1439"/>
                  </a:moveTo>
                  <a:cubicBezTo>
                    <a:pt x="1058" y="1131"/>
                    <a:pt x="825" y="841"/>
                    <a:pt x="648" y="617"/>
                  </a:cubicBezTo>
                  <a:cubicBezTo>
                    <a:pt x="462" y="383"/>
                    <a:pt x="248" y="16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6"/>
            <p:cNvSpPr/>
            <p:nvPr/>
          </p:nvSpPr>
          <p:spPr>
            <a:xfrm>
              <a:off x="8768289" y="5579"/>
              <a:ext cx="3417888" cy="2742066"/>
            </a:xfrm>
            <a:custGeom>
              <a:rect b="b" l="l" r="r" t="t"/>
              <a:pathLst>
                <a:path extrusionOk="0" h="575" w="718">
                  <a:moveTo>
                    <a:pt x="718" y="575"/>
                  </a:moveTo>
                  <a:cubicBezTo>
                    <a:pt x="500" y="360"/>
                    <a:pt x="260" y="163"/>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6"/>
            <p:cNvSpPr/>
            <p:nvPr/>
          </p:nvSpPr>
          <p:spPr>
            <a:xfrm>
              <a:off x="9235014" y="10367"/>
              <a:ext cx="2951163" cy="2555325"/>
            </a:xfrm>
            <a:custGeom>
              <a:rect b="b" l="l" r="r" t="t"/>
              <a:pathLst>
                <a:path extrusionOk="0" h="536" w="620">
                  <a:moveTo>
                    <a:pt x="620" y="536"/>
                  </a:moveTo>
                  <a:cubicBezTo>
                    <a:pt x="404" y="314"/>
                    <a:pt x="196" y="13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6"/>
            <p:cNvSpPr/>
            <p:nvPr/>
          </p:nvSpPr>
          <p:spPr>
            <a:xfrm>
              <a:off x="10020826" y="5579"/>
              <a:ext cx="2165350" cy="1358265"/>
            </a:xfrm>
            <a:custGeom>
              <a:rect b="b" l="l" r="r" t="t"/>
              <a:pathLst>
                <a:path extrusionOk="0" h="285" w="455">
                  <a:moveTo>
                    <a:pt x="0" y="0"/>
                  </a:moveTo>
                  <a:cubicBezTo>
                    <a:pt x="153" y="85"/>
                    <a:pt x="308" y="180"/>
                    <a:pt x="455" y="285"/>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6"/>
            <p:cNvSpPr/>
            <p:nvPr/>
          </p:nvSpPr>
          <p:spPr>
            <a:xfrm>
              <a:off x="11290826" y="5579"/>
              <a:ext cx="895350" cy="534687"/>
            </a:xfrm>
            <a:custGeom>
              <a:rect b="b" l="l" r="r" t="t"/>
              <a:pathLst>
                <a:path extrusionOk="0" h="112" w="188">
                  <a:moveTo>
                    <a:pt x="0" y="0"/>
                  </a:moveTo>
                  <a:cubicBezTo>
                    <a:pt x="63" y="36"/>
                    <a:pt x="126" y="73"/>
                    <a:pt x="188" y="112"/>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16"/>
          <p:cNvGrpSpPr/>
          <p:nvPr/>
        </p:nvGrpSpPr>
        <p:grpSpPr>
          <a:xfrm>
            <a:off x="805336" y="1698331"/>
            <a:ext cx="5941540" cy="3470421"/>
            <a:chOff x="805336" y="1698331"/>
            <a:chExt cx="5941540" cy="3470421"/>
          </a:xfrm>
        </p:grpSpPr>
        <p:sp>
          <p:nvSpPr>
            <p:cNvPr id="261" name="Google Shape;261;p16"/>
            <p:cNvSpPr/>
            <p:nvPr/>
          </p:nvSpPr>
          <p:spPr>
            <a:xfrm>
              <a:off x="805336" y="1698331"/>
              <a:ext cx="5941540"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6"/>
            <p:cNvSpPr/>
            <p:nvPr/>
          </p:nvSpPr>
          <p:spPr>
            <a:xfrm rot="10800000">
              <a:off x="3618113" y="4896349"/>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6"/>
            <p:cNvSpPr/>
            <p:nvPr/>
          </p:nvSpPr>
          <p:spPr>
            <a:xfrm>
              <a:off x="805336" y="2274403"/>
              <a:ext cx="5941540"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16"/>
          <p:cNvSpPr/>
          <p:nvPr>
            <p:ph idx="2" type="pic"/>
          </p:nvPr>
        </p:nvSpPr>
        <p:spPr>
          <a:xfrm>
            <a:off x="7543510" y="0"/>
            <a:ext cx="4648490" cy="6858000"/>
          </a:xfrm>
          <a:prstGeom prst="rect">
            <a:avLst/>
          </a:prstGeom>
          <a:solidFill>
            <a:srgbClr val="FEFEFE"/>
          </a:solidFill>
          <a:ln>
            <a:noFill/>
          </a:ln>
        </p:spPr>
      </p:sp>
      <p:sp>
        <p:nvSpPr>
          <p:cNvPr id="265" name="Google Shape;265;p16"/>
          <p:cNvSpPr txBox="1"/>
          <p:nvPr>
            <p:ph type="title"/>
          </p:nvPr>
        </p:nvSpPr>
        <p:spPr>
          <a:xfrm>
            <a:off x="885443" y="2360255"/>
            <a:ext cx="5776646" cy="1178032"/>
          </a:xfrm>
          <a:prstGeom prst="rect">
            <a:avLst/>
          </a:prstGeom>
          <a:noFill/>
          <a:ln>
            <a:noFill/>
          </a:ln>
        </p:spPr>
        <p:txBody>
          <a:bodyPr anchorCtr="0" anchor="b" bIns="0" lIns="228600" spcFirstLastPara="1" rIns="228600" wrap="square" tIns="228600">
            <a:normAutofit/>
          </a:bodyPr>
          <a:lstStyle>
            <a:lvl1pPr lvl="0" algn="ctr">
              <a:lnSpc>
                <a:spcPct val="85000"/>
              </a:lnSpc>
              <a:spcBef>
                <a:spcPts val="0"/>
              </a:spcBef>
              <a:spcAft>
                <a:spcPts val="0"/>
              </a:spcAft>
              <a:buClr>
                <a:srgbClr val="FFFEFF"/>
              </a:buClr>
              <a:buSzPts val="3600"/>
              <a:buFont typeface="Calibri"/>
              <a:buNone/>
              <a:defRPr sz="3600">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16"/>
          <p:cNvSpPr txBox="1"/>
          <p:nvPr>
            <p:ph idx="1" type="body"/>
          </p:nvPr>
        </p:nvSpPr>
        <p:spPr>
          <a:xfrm>
            <a:off x="885443" y="3545012"/>
            <a:ext cx="5776646" cy="1274198"/>
          </a:xfrm>
          <a:prstGeom prst="rect">
            <a:avLst/>
          </a:prstGeom>
          <a:noFill/>
          <a:ln>
            <a:noFill/>
          </a:ln>
        </p:spPr>
        <p:txBody>
          <a:bodyPr anchorCtr="0" anchor="t" bIns="45700" lIns="91425" spcFirstLastPara="1" rIns="91425" wrap="square" tIns="45700">
            <a:normAutofit/>
          </a:bodyPr>
          <a:lstStyle>
            <a:lvl1pPr indent="-228600" lvl="0" marL="457200" algn="ctr">
              <a:lnSpc>
                <a:spcPct val="120000"/>
              </a:lnSpc>
              <a:spcBef>
                <a:spcPts val="1000"/>
              </a:spcBef>
              <a:spcAft>
                <a:spcPts val="0"/>
              </a:spcAft>
              <a:buSzPts val="1980"/>
              <a:buNone/>
              <a:defRPr sz="1800">
                <a:solidFill>
                  <a:srgbClr val="FFFEFF"/>
                </a:solidFill>
              </a:defRPr>
            </a:lvl1pPr>
            <a:lvl2pPr indent="-228600" lvl="1" marL="914400" algn="l">
              <a:lnSpc>
                <a:spcPct val="120000"/>
              </a:lnSpc>
              <a:spcBef>
                <a:spcPts val="500"/>
              </a:spcBef>
              <a:spcAft>
                <a:spcPts val="0"/>
              </a:spcAft>
              <a:buSzPts val="1540"/>
              <a:buNone/>
              <a:defRPr sz="1400"/>
            </a:lvl2pPr>
            <a:lvl3pPr indent="-228600" lvl="2" marL="1371600" algn="l">
              <a:lnSpc>
                <a:spcPct val="120000"/>
              </a:lnSpc>
              <a:spcBef>
                <a:spcPts val="500"/>
              </a:spcBef>
              <a:spcAft>
                <a:spcPts val="0"/>
              </a:spcAft>
              <a:buSzPts val="1320"/>
              <a:buNone/>
              <a:defRPr sz="1200"/>
            </a:lvl3pPr>
            <a:lvl4pPr indent="-228600" lvl="3" marL="1828800" algn="l">
              <a:lnSpc>
                <a:spcPct val="120000"/>
              </a:lnSpc>
              <a:spcBef>
                <a:spcPts val="500"/>
              </a:spcBef>
              <a:spcAft>
                <a:spcPts val="0"/>
              </a:spcAft>
              <a:buSzPts val="1100"/>
              <a:buNone/>
              <a:defRPr sz="1000"/>
            </a:lvl4pPr>
            <a:lvl5pPr indent="-228600" lvl="4" marL="2286000" algn="l">
              <a:lnSpc>
                <a:spcPct val="120000"/>
              </a:lnSpc>
              <a:spcBef>
                <a:spcPts val="500"/>
              </a:spcBef>
              <a:spcAft>
                <a:spcPts val="0"/>
              </a:spcAft>
              <a:buSzPts val="1100"/>
              <a:buNone/>
              <a:defRPr sz="1000"/>
            </a:lvl5pPr>
            <a:lvl6pPr indent="-228600" lvl="5" marL="2743200" algn="l">
              <a:lnSpc>
                <a:spcPct val="120000"/>
              </a:lnSpc>
              <a:spcBef>
                <a:spcPts val="500"/>
              </a:spcBef>
              <a:spcAft>
                <a:spcPts val="0"/>
              </a:spcAft>
              <a:buSzPts val="1100"/>
              <a:buNone/>
              <a:defRPr sz="1000"/>
            </a:lvl6pPr>
            <a:lvl7pPr indent="-228600" lvl="6" marL="3200400" algn="l">
              <a:lnSpc>
                <a:spcPct val="120000"/>
              </a:lnSpc>
              <a:spcBef>
                <a:spcPts val="500"/>
              </a:spcBef>
              <a:spcAft>
                <a:spcPts val="0"/>
              </a:spcAft>
              <a:buSzPts val="1100"/>
              <a:buNone/>
              <a:defRPr sz="1000"/>
            </a:lvl7pPr>
            <a:lvl8pPr indent="-228600" lvl="7" marL="3657600" algn="l">
              <a:lnSpc>
                <a:spcPct val="120000"/>
              </a:lnSpc>
              <a:spcBef>
                <a:spcPts val="500"/>
              </a:spcBef>
              <a:spcAft>
                <a:spcPts val="0"/>
              </a:spcAft>
              <a:buSzPts val="1100"/>
              <a:buNone/>
              <a:defRPr sz="1000"/>
            </a:lvl8pPr>
            <a:lvl9pPr indent="-228600" lvl="8" marL="4114800" algn="l">
              <a:lnSpc>
                <a:spcPct val="120000"/>
              </a:lnSpc>
              <a:spcBef>
                <a:spcPts val="500"/>
              </a:spcBef>
              <a:spcAft>
                <a:spcPts val="0"/>
              </a:spcAft>
              <a:buSzPts val="1100"/>
              <a:buNone/>
              <a:defRPr sz="1000"/>
            </a:lvl9pPr>
          </a:lstStyle>
          <a:p/>
        </p:txBody>
      </p:sp>
      <p:sp>
        <p:nvSpPr>
          <p:cNvPr id="267" name="Google Shape;267;p16"/>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8" name="Google Shape;268;p16"/>
          <p:cNvSpPr txBox="1"/>
          <p:nvPr>
            <p:ph idx="11" type="ftr"/>
          </p:nvPr>
        </p:nvSpPr>
        <p:spPr>
          <a:xfrm>
            <a:off x="804672" y="6227064"/>
            <a:ext cx="5942203"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16"/>
          <p:cNvSpPr txBox="1"/>
          <p:nvPr>
            <p:ph idx="12" type="sldNum"/>
          </p:nvPr>
        </p:nvSpPr>
        <p:spPr>
          <a:xfrm>
            <a:off x="5828377"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70" name="Shape 270"/>
        <p:cNvGrpSpPr/>
        <p:nvPr/>
      </p:nvGrpSpPr>
      <p:grpSpPr>
        <a:xfrm>
          <a:off x="0" y="0"/>
          <a:ext cx="0" cy="0"/>
          <a:chOff x="0" y="0"/>
          <a:chExt cx="0" cy="0"/>
        </a:xfrm>
      </p:grpSpPr>
      <p:grpSp>
        <p:nvGrpSpPr>
          <p:cNvPr id="271" name="Google Shape;271;p17"/>
          <p:cNvGrpSpPr/>
          <p:nvPr/>
        </p:nvGrpSpPr>
        <p:grpSpPr>
          <a:xfrm>
            <a:off x="-417513" y="0"/>
            <a:ext cx="12584114" cy="6853238"/>
            <a:chOff x="-417513" y="0"/>
            <a:chExt cx="12584114" cy="6853238"/>
          </a:xfrm>
        </p:grpSpPr>
        <p:sp>
          <p:nvSpPr>
            <p:cNvPr id="272" name="Google Shape;272;p17"/>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7"/>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7"/>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7"/>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7"/>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7"/>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7"/>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7"/>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7"/>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7"/>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7"/>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7"/>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7"/>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7"/>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7"/>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7"/>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7"/>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7"/>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7"/>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17"/>
          <p:cNvGrpSpPr/>
          <p:nvPr/>
        </p:nvGrpSpPr>
        <p:grpSpPr>
          <a:xfrm>
            <a:off x="800144" y="1699589"/>
            <a:ext cx="3674476" cy="3470421"/>
            <a:chOff x="697883" y="1816768"/>
            <a:chExt cx="3674476" cy="3470421"/>
          </a:xfrm>
        </p:grpSpPr>
        <p:sp>
          <p:nvSpPr>
            <p:cNvPr id="294" name="Google Shape;294;p17"/>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7"/>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7"/>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17"/>
          <p:cNvSpPr txBox="1"/>
          <p:nvPr>
            <p:ph type="title"/>
          </p:nvPr>
        </p:nvSpPr>
        <p:spPr>
          <a:xfrm>
            <a:off x="888632" y="2349925"/>
            <a:ext cx="3501196" cy="2456441"/>
          </a:xfrm>
          <a:prstGeom prst="rect">
            <a:avLst/>
          </a:prstGeom>
          <a:noFill/>
          <a:ln>
            <a:noFill/>
          </a:ln>
        </p:spPr>
        <p:txBody>
          <a:bodyPr anchorCtr="0" anchor="ctr" bIns="228600" lIns="228600" spcFirstLastPara="1" rIns="228600" wrap="square" tIns="228600">
            <a:normAutofit/>
          </a:bodyPr>
          <a:lstStyle>
            <a:lvl1pPr lvl="0" algn="ctr">
              <a:lnSpc>
                <a:spcPct val="85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17"/>
          <p:cNvSpPr txBox="1"/>
          <p:nvPr>
            <p:ph idx="1" type="body"/>
          </p:nvPr>
        </p:nvSpPr>
        <p:spPr>
          <a:xfrm rot="5400000">
            <a:off x="5618955" y="285747"/>
            <a:ext cx="5257090" cy="6275035"/>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299" name="Google Shape;299;p17"/>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0" name="Google Shape;300;p17"/>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1" name="Google Shape;301;p17"/>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02" name="Shape 302"/>
        <p:cNvGrpSpPr/>
        <p:nvPr/>
      </p:nvGrpSpPr>
      <p:grpSpPr>
        <a:xfrm>
          <a:off x="0" y="0"/>
          <a:ext cx="0" cy="0"/>
          <a:chOff x="0" y="0"/>
          <a:chExt cx="0" cy="0"/>
        </a:xfrm>
      </p:grpSpPr>
      <p:grpSp>
        <p:nvGrpSpPr>
          <p:cNvPr id="303" name="Google Shape;303;p18"/>
          <p:cNvGrpSpPr/>
          <p:nvPr/>
        </p:nvGrpSpPr>
        <p:grpSpPr>
          <a:xfrm flipH="1">
            <a:off x="0" y="0"/>
            <a:ext cx="12584114" cy="6853238"/>
            <a:chOff x="-417513" y="0"/>
            <a:chExt cx="12584114" cy="6853238"/>
          </a:xfrm>
        </p:grpSpPr>
        <p:sp>
          <p:nvSpPr>
            <p:cNvPr id="304" name="Google Shape;304;p18"/>
            <p:cNvSpPr/>
            <p:nvPr/>
          </p:nvSpPr>
          <p:spPr>
            <a:xfrm>
              <a:off x="1306513" y="0"/>
              <a:ext cx="3862388" cy="6843713"/>
            </a:xfrm>
            <a:custGeom>
              <a:rect b="b" l="l" r="r" t="t"/>
              <a:pathLst>
                <a:path extrusionOk="0" h="1440" w="813">
                  <a:moveTo>
                    <a:pt x="813" y="0"/>
                  </a:moveTo>
                  <a:cubicBezTo>
                    <a:pt x="331" y="221"/>
                    <a:pt x="0" y="1039"/>
                    <a:pt x="43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8"/>
            <p:cNvSpPr/>
            <p:nvPr/>
          </p:nvSpPr>
          <p:spPr>
            <a:xfrm>
              <a:off x="10626725" y="9525"/>
              <a:ext cx="1539875" cy="555625"/>
            </a:xfrm>
            <a:custGeom>
              <a:rect b="b" l="l" r="r" t="t"/>
              <a:pathLst>
                <a:path extrusionOk="0" h="117" w="324">
                  <a:moveTo>
                    <a:pt x="324" y="117"/>
                  </a:moveTo>
                  <a:cubicBezTo>
                    <a:pt x="223" y="64"/>
                    <a:pt x="107" y="28"/>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8"/>
            <p:cNvSpPr/>
            <p:nvPr/>
          </p:nvSpPr>
          <p:spPr>
            <a:xfrm>
              <a:off x="10247313" y="5013325"/>
              <a:ext cx="1919288" cy="1830388"/>
            </a:xfrm>
            <a:custGeom>
              <a:rect b="b" l="l" r="r" t="t"/>
              <a:pathLst>
                <a:path extrusionOk="0" h="385" w="404">
                  <a:moveTo>
                    <a:pt x="0" y="385"/>
                  </a:moveTo>
                  <a:cubicBezTo>
                    <a:pt x="146" y="272"/>
                    <a:pt x="285" y="142"/>
                    <a:pt x="404"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8"/>
            <p:cNvSpPr/>
            <p:nvPr/>
          </p:nvSpPr>
          <p:spPr>
            <a:xfrm>
              <a:off x="1120775" y="0"/>
              <a:ext cx="3676650" cy="6843713"/>
            </a:xfrm>
            <a:custGeom>
              <a:rect b="b" l="l" r="r" t="t"/>
              <a:pathLst>
                <a:path extrusionOk="0" h="1440" w="774">
                  <a:moveTo>
                    <a:pt x="774" y="0"/>
                  </a:moveTo>
                  <a:cubicBezTo>
                    <a:pt x="312" y="240"/>
                    <a:pt x="0" y="1034"/>
                    <a:pt x="411" y="144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8"/>
            <p:cNvSpPr/>
            <p:nvPr/>
          </p:nvSpPr>
          <p:spPr>
            <a:xfrm>
              <a:off x="11202988" y="9525"/>
              <a:ext cx="963613" cy="366713"/>
            </a:xfrm>
            <a:custGeom>
              <a:rect b="b" l="l" r="r" t="t"/>
              <a:pathLst>
                <a:path extrusionOk="0" h="77" w="203">
                  <a:moveTo>
                    <a:pt x="203" y="77"/>
                  </a:moveTo>
                  <a:cubicBezTo>
                    <a:pt x="138" y="46"/>
                    <a:pt x="68" y="21"/>
                    <a:pt x="0"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8"/>
            <p:cNvSpPr/>
            <p:nvPr/>
          </p:nvSpPr>
          <p:spPr>
            <a:xfrm>
              <a:off x="10494963" y="5275263"/>
              <a:ext cx="1666875" cy="1577975"/>
            </a:xfrm>
            <a:custGeom>
              <a:rect b="b" l="l" r="r" t="t"/>
              <a:pathLst>
                <a:path extrusionOk="0" h="332" w="351">
                  <a:moveTo>
                    <a:pt x="0" y="332"/>
                  </a:moveTo>
                  <a:cubicBezTo>
                    <a:pt x="125" y="232"/>
                    <a:pt x="245" y="121"/>
                    <a:pt x="351" y="0"/>
                  </a:cubicBezTo>
                </a:path>
              </a:pathLst>
            </a:custGeom>
            <a:noFill/>
            <a:ln cap="flat" cmpd="sng" w="9525">
              <a:solidFill>
                <a:schemeClr val="dk1">
                  <a:alpha val="20000"/>
                </a:schemeClr>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8"/>
            <p:cNvSpPr/>
            <p:nvPr/>
          </p:nvSpPr>
          <p:spPr>
            <a:xfrm>
              <a:off x="1001713" y="0"/>
              <a:ext cx="3621088" cy="6843713"/>
            </a:xfrm>
            <a:custGeom>
              <a:rect b="b" l="l" r="r" t="t"/>
              <a:pathLst>
                <a:path extrusionOk="0" h="1440" w="762">
                  <a:moveTo>
                    <a:pt x="762" y="0"/>
                  </a:moveTo>
                  <a:cubicBezTo>
                    <a:pt x="308" y="245"/>
                    <a:pt x="0" y="1033"/>
                    <a:pt x="403"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8"/>
            <p:cNvSpPr/>
            <p:nvPr/>
          </p:nvSpPr>
          <p:spPr>
            <a:xfrm>
              <a:off x="11501438" y="9525"/>
              <a:ext cx="665163" cy="257175"/>
            </a:xfrm>
            <a:custGeom>
              <a:rect b="b" l="l" r="r" t="t"/>
              <a:pathLst>
                <a:path extrusionOk="0" h="54" w="140">
                  <a:moveTo>
                    <a:pt x="140" y="54"/>
                  </a:moveTo>
                  <a:cubicBezTo>
                    <a:pt x="95" y="34"/>
                    <a:pt x="48" y="16"/>
                    <a:pt x="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8"/>
            <p:cNvSpPr/>
            <p:nvPr/>
          </p:nvSpPr>
          <p:spPr>
            <a:xfrm>
              <a:off x="10641013" y="5408613"/>
              <a:ext cx="1525588" cy="1435100"/>
            </a:xfrm>
            <a:custGeom>
              <a:rect b="b" l="l" r="r" t="t"/>
              <a:pathLst>
                <a:path extrusionOk="0" h="302" w="321">
                  <a:moveTo>
                    <a:pt x="0" y="302"/>
                  </a:moveTo>
                  <a:cubicBezTo>
                    <a:pt x="114" y="210"/>
                    <a:pt x="223" y="109"/>
                    <a:pt x="321"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8"/>
            <p:cNvSpPr/>
            <p:nvPr/>
          </p:nvSpPr>
          <p:spPr>
            <a:xfrm>
              <a:off x="1001713" y="0"/>
              <a:ext cx="3244850" cy="6843713"/>
            </a:xfrm>
            <a:custGeom>
              <a:rect b="b" l="l" r="r" t="t"/>
              <a:pathLst>
                <a:path extrusionOk="0" h="1440" w="683">
                  <a:moveTo>
                    <a:pt x="683" y="0"/>
                  </a:moveTo>
                  <a:cubicBezTo>
                    <a:pt x="258" y="256"/>
                    <a:pt x="0" y="1041"/>
                    <a:pt x="355"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8"/>
            <p:cNvSpPr/>
            <p:nvPr/>
          </p:nvSpPr>
          <p:spPr>
            <a:xfrm>
              <a:off x="10802938" y="5518150"/>
              <a:ext cx="1363663" cy="1325563"/>
            </a:xfrm>
            <a:custGeom>
              <a:rect b="b" l="l" r="r" t="t"/>
              <a:pathLst>
                <a:path extrusionOk="0" h="279" w="287">
                  <a:moveTo>
                    <a:pt x="0" y="279"/>
                  </a:moveTo>
                  <a:cubicBezTo>
                    <a:pt x="101" y="193"/>
                    <a:pt x="198" y="100"/>
                    <a:pt x="287"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8"/>
            <p:cNvSpPr/>
            <p:nvPr/>
          </p:nvSpPr>
          <p:spPr>
            <a:xfrm>
              <a:off x="889000" y="0"/>
              <a:ext cx="3230563" cy="6843713"/>
            </a:xfrm>
            <a:custGeom>
              <a:rect b="b" l="l" r="r" t="t"/>
              <a:pathLst>
                <a:path extrusionOk="0" h="1440" w="680">
                  <a:moveTo>
                    <a:pt x="680" y="0"/>
                  </a:moveTo>
                  <a:cubicBezTo>
                    <a:pt x="257" y="265"/>
                    <a:pt x="0" y="1026"/>
                    <a:pt x="337"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8"/>
            <p:cNvSpPr/>
            <p:nvPr/>
          </p:nvSpPr>
          <p:spPr>
            <a:xfrm>
              <a:off x="10979150" y="5694363"/>
              <a:ext cx="1187450" cy="1149350"/>
            </a:xfrm>
            <a:custGeom>
              <a:rect b="b" l="l" r="r" t="t"/>
              <a:pathLst>
                <a:path extrusionOk="0" h="242" w="250">
                  <a:moveTo>
                    <a:pt x="0" y="242"/>
                  </a:moveTo>
                  <a:cubicBezTo>
                    <a:pt x="88" y="166"/>
                    <a:pt x="172" y="85"/>
                    <a:pt x="250"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8"/>
            <p:cNvSpPr/>
            <p:nvPr/>
          </p:nvSpPr>
          <p:spPr>
            <a:xfrm>
              <a:off x="484188" y="0"/>
              <a:ext cx="3421063" cy="6843713"/>
            </a:xfrm>
            <a:custGeom>
              <a:rect b="b" l="l" r="r" t="t"/>
              <a:pathLst>
                <a:path extrusionOk="0" h="1440" w="720">
                  <a:moveTo>
                    <a:pt x="720" y="0"/>
                  </a:moveTo>
                  <a:cubicBezTo>
                    <a:pt x="316" y="282"/>
                    <a:pt x="0" y="1018"/>
                    <a:pt x="362"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8"/>
            <p:cNvSpPr/>
            <p:nvPr/>
          </p:nvSpPr>
          <p:spPr>
            <a:xfrm>
              <a:off x="11287125" y="6049963"/>
              <a:ext cx="879475" cy="793750"/>
            </a:xfrm>
            <a:custGeom>
              <a:rect b="b" l="l" r="r" t="t"/>
              <a:pathLst>
                <a:path extrusionOk="0" h="167" w="185">
                  <a:moveTo>
                    <a:pt x="0" y="167"/>
                  </a:moveTo>
                  <a:cubicBezTo>
                    <a:pt x="63" y="114"/>
                    <a:pt x="125" y="58"/>
                    <a:pt x="185" y="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8"/>
            <p:cNvSpPr/>
            <p:nvPr/>
          </p:nvSpPr>
          <p:spPr>
            <a:xfrm>
              <a:off x="598488" y="0"/>
              <a:ext cx="2717800" cy="6843713"/>
            </a:xfrm>
            <a:custGeom>
              <a:rect b="b" l="l" r="r" t="t"/>
              <a:pathLst>
                <a:path extrusionOk="0" h="1440" w="572">
                  <a:moveTo>
                    <a:pt x="572" y="0"/>
                  </a:moveTo>
                  <a:cubicBezTo>
                    <a:pt x="213" y="320"/>
                    <a:pt x="0" y="979"/>
                    <a:pt x="164" y="1440"/>
                  </a:cubicBezTo>
                </a:path>
              </a:pathLst>
            </a:custGeom>
            <a:noFill/>
            <a:ln cap="flat" cmpd="sng" w="12700">
              <a:solidFill>
                <a:schemeClr val="dk1">
                  <a:alpha val="20000"/>
                </a:schemeClr>
              </a:solidFill>
              <a:prstDash val="dashDot"/>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8"/>
            <p:cNvSpPr/>
            <p:nvPr/>
          </p:nvSpPr>
          <p:spPr>
            <a:xfrm>
              <a:off x="261938" y="0"/>
              <a:ext cx="2944813" cy="6843713"/>
            </a:xfrm>
            <a:custGeom>
              <a:rect b="b" l="l" r="r" t="t"/>
              <a:pathLst>
                <a:path extrusionOk="0" h="1440" w="620">
                  <a:moveTo>
                    <a:pt x="620" y="0"/>
                  </a:moveTo>
                  <a:cubicBezTo>
                    <a:pt x="248" y="325"/>
                    <a:pt x="0" y="960"/>
                    <a:pt x="186" y="1440"/>
                  </a:cubicBezTo>
                </a:path>
              </a:pathLst>
            </a:custGeom>
            <a:noFill/>
            <a:ln cap="flat" cmpd="sng" w="9525">
              <a:solidFill>
                <a:schemeClr val="dk1">
                  <a:alpha val="20000"/>
                </a:schemeClr>
              </a:solidFill>
              <a:prstDash val="lgDash"/>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8"/>
            <p:cNvSpPr/>
            <p:nvPr/>
          </p:nvSpPr>
          <p:spPr>
            <a:xfrm>
              <a:off x="-417513" y="0"/>
              <a:ext cx="2403475" cy="6843713"/>
            </a:xfrm>
            <a:custGeom>
              <a:rect b="b" l="l" r="r" t="t"/>
              <a:pathLst>
                <a:path extrusionOk="0" h="1440" w="506">
                  <a:moveTo>
                    <a:pt x="506" y="0"/>
                  </a:moveTo>
                  <a:cubicBezTo>
                    <a:pt x="109" y="356"/>
                    <a:pt x="0" y="943"/>
                    <a:pt x="171" y="1440"/>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8"/>
            <p:cNvSpPr/>
            <p:nvPr/>
          </p:nvSpPr>
          <p:spPr>
            <a:xfrm>
              <a:off x="14288" y="9525"/>
              <a:ext cx="1771650" cy="3198813"/>
            </a:xfrm>
            <a:custGeom>
              <a:rect b="b" l="l" r="r" t="t"/>
              <a:pathLst>
                <a:path extrusionOk="0" h="673" w="373">
                  <a:moveTo>
                    <a:pt x="373" y="0"/>
                  </a:moveTo>
                  <a:cubicBezTo>
                    <a:pt x="175" y="183"/>
                    <a:pt x="51" y="409"/>
                    <a:pt x="0" y="673"/>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8"/>
            <p:cNvSpPr/>
            <p:nvPr/>
          </p:nvSpPr>
          <p:spPr>
            <a:xfrm>
              <a:off x="4763" y="6016625"/>
              <a:ext cx="214313" cy="827088"/>
            </a:xfrm>
            <a:custGeom>
              <a:rect b="b" l="l" r="r" t="t"/>
              <a:pathLst>
                <a:path extrusionOk="0" h="174" w="45">
                  <a:moveTo>
                    <a:pt x="0" y="0"/>
                  </a:moveTo>
                  <a:cubicBezTo>
                    <a:pt x="11" y="59"/>
                    <a:pt x="26" y="118"/>
                    <a:pt x="45" y="174"/>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8"/>
            <p:cNvSpPr/>
            <p:nvPr/>
          </p:nvSpPr>
          <p:spPr>
            <a:xfrm>
              <a:off x="14288" y="0"/>
              <a:ext cx="1562100" cy="2228850"/>
            </a:xfrm>
            <a:custGeom>
              <a:rect b="b" l="l" r="r" t="t"/>
              <a:pathLst>
                <a:path extrusionOk="0" h="469" w="329">
                  <a:moveTo>
                    <a:pt x="329" y="0"/>
                  </a:moveTo>
                  <a:cubicBezTo>
                    <a:pt x="189" y="133"/>
                    <a:pt x="69" y="288"/>
                    <a:pt x="0" y="469"/>
                  </a:cubicBezTo>
                </a:path>
              </a:pathLst>
            </a:custGeom>
            <a:noFill/>
            <a:ln cap="flat" cmpd="sng" w="9525">
              <a:solidFill>
                <a:schemeClr val="dk1">
                  <a:alpha val="20000"/>
                </a:scheme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5" name="Google Shape;325;p18"/>
          <p:cNvGrpSpPr/>
          <p:nvPr/>
        </p:nvGrpSpPr>
        <p:grpSpPr>
          <a:xfrm>
            <a:off x="7718948" y="1699589"/>
            <a:ext cx="3674476" cy="3470421"/>
            <a:chOff x="697883" y="1816768"/>
            <a:chExt cx="3674476" cy="3470421"/>
          </a:xfrm>
        </p:grpSpPr>
        <p:sp>
          <p:nvSpPr>
            <p:cNvPr id="326" name="Google Shape;326;p18"/>
            <p:cNvSpPr/>
            <p:nvPr/>
          </p:nvSpPr>
          <p:spPr>
            <a:xfrm>
              <a:off x="697883" y="1816768"/>
              <a:ext cx="3674476" cy="50292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
            <p:cNvSpPr/>
            <p:nvPr/>
          </p:nvSpPr>
          <p:spPr>
            <a:xfrm rot="10800000">
              <a:off x="2380224" y="5014786"/>
              <a:ext cx="315988" cy="272403"/>
            </a:xfrm>
            <a:prstGeom prst="triangl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8"/>
            <p:cNvSpPr/>
            <p:nvPr/>
          </p:nvSpPr>
          <p:spPr>
            <a:xfrm>
              <a:off x="704075" y="2392840"/>
              <a:ext cx="3668284" cy="26243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18"/>
          <p:cNvSpPr txBox="1"/>
          <p:nvPr>
            <p:ph type="title"/>
          </p:nvPr>
        </p:nvSpPr>
        <p:spPr>
          <a:xfrm rot="5400000">
            <a:off x="8329814" y="1827549"/>
            <a:ext cx="2456442" cy="3501195"/>
          </a:xfrm>
          <a:prstGeom prst="rect">
            <a:avLst/>
          </a:prstGeom>
          <a:noFill/>
          <a:ln>
            <a:noFill/>
          </a:ln>
        </p:spPr>
        <p:txBody>
          <a:bodyPr anchorCtr="0" anchor="ctr" bIns="228600" lIns="228600" spcFirstLastPara="1" rIns="228600" wrap="square" tIns="228600">
            <a:normAutofit/>
          </a:bodyPr>
          <a:lstStyle>
            <a:lvl1pPr lvl="0" algn="l">
              <a:lnSpc>
                <a:spcPct val="80000"/>
              </a:lnSpc>
              <a:spcBef>
                <a:spcPts val="0"/>
              </a:spcBef>
              <a:spcAft>
                <a:spcPts val="0"/>
              </a:spcAft>
              <a:buClr>
                <a:srgbClr val="FFFEFF"/>
              </a:buClr>
              <a:buSzPts val="4000"/>
              <a:buFont typeface="Calibri"/>
              <a:buNone/>
              <a:defRPr>
                <a:solidFill>
                  <a:srgbClr val="FFFE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0" name="Google Shape;330;p18"/>
          <p:cNvSpPr txBox="1"/>
          <p:nvPr>
            <p:ph idx="1" type="body"/>
          </p:nvPr>
        </p:nvSpPr>
        <p:spPr>
          <a:xfrm rot="5400000">
            <a:off x="1308407" y="292785"/>
            <a:ext cx="5257303" cy="6268622"/>
          </a:xfrm>
          <a:prstGeom prst="rect">
            <a:avLst/>
          </a:prstGeom>
          <a:noFill/>
          <a:ln>
            <a:noFill/>
          </a:ln>
        </p:spPr>
        <p:txBody>
          <a:bodyPr anchorCtr="0" anchor="t" bIns="45700" lIns="91425" spcFirstLastPara="1" rIns="91425" wrap="square" tIns="45700">
            <a:normAutofit/>
          </a:bodyPr>
          <a:lstStyle>
            <a:lvl1pPr indent="-354330" lvl="0" marL="457200" algn="l">
              <a:lnSpc>
                <a:spcPct val="120000"/>
              </a:lnSpc>
              <a:spcBef>
                <a:spcPts val="1000"/>
              </a:spcBef>
              <a:spcAft>
                <a:spcPts val="0"/>
              </a:spcAft>
              <a:buSzPts val="1980"/>
              <a:buChar char="▪"/>
              <a:defRPr/>
            </a:lvl1pPr>
            <a:lvl2pPr indent="-354330" lvl="1" marL="914400" algn="l">
              <a:lnSpc>
                <a:spcPct val="120000"/>
              </a:lnSpc>
              <a:spcBef>
                <a:spcPts val="500"/>
              </a:spcBef>
              <a:spcAft>
                <a:spcPts val="0"/>
              </a:spcAft>
              <a:buSzPts val="1980"/>
              <a:buChar char="▪"/>
              <a:defRPr/>
            </a:lvl2pPr>
            <a:lvl3pPr indent="-354330" lvl="2" marL="1371600" algn="l">
              <a:lnSpc>
                <a:spcPct val="120000"/>
              </a:lnSpc>
              <a:spcBef>
                <a:spcPts val="500"/>
              </a:spcBef>
              <a:spcAft>
                <a:spcPts val="0"/>
              </a:spcAft>
              <a:buSzPts val="1980"/>
              <a:buChar char="▪"/>
              <a:defRPr/>
            </a:lvl3pPr>
            <a:lvl4pPr indent="-354330" lvl="3" marL="1828800" algn="l">
              <a:lnSpc>
                <a:spcPct val="120000"/>
              </a:lnSpc>
              <a:spcBef>
                <a:spcPts val="500"/>
              </a:spcBef>
              <a:spcAft>
                <a:spcPts val="0"/>
              </a:spcAft>
              <a:buSzPts val="1980"/>
              <a:buChar char="▪"/>
              <a:defRPr/>
            </a:lvl4pPr>
            <a:lvl5pPr indent="-354329" lvl="4" marL="2286000" algn="l">
              <a:lnSpc>
                <a:spcPct val="120000"/>
              </a:lnSpc>
              <a:spcBef>
                <a:spcPts val="500"/>
              </a:spcBef>
              <a:spcAft>
                <a:spcPts val="0"/>
              </a:spcAft>
              <a:buSzPts val="1980"/>
              <a:buChar char="▪"/>
              <a:defRPr/>
            </a:lvl5pPr>
            <a:lvl6pPr indent="-354329" lvl="5" marL="2743200" algn="l">
              <a:lnSpc>
                <a:spcPct val="120000"/>
              </a:lnSpc>
              <a:spcBef>
                <a:spcPts val="500"/>
              </a:spcBef>
              <a:spcAft>
                <a:spcPts val="0"/>
              </a:spcAft>
              <a:buSzPts val="1980"/>
              <a:buChar char="▪"/>
              <a:defRPr/>
            </a:lvl6pPr>
            <a:lvl7pPr indent="-354329" lvl="6" marL="3200400" algn="l">
              <a:lnSpc>
                <a:spcPct val="120000"/>
              </a:lnSpc>
              <a:spcBef>
                <a:spcPts val="500"/>
              </a:spcBef>
              <a:spcAft>
                <a:spcPts val="0"/>
              </a:spcAft>
              <a:buSzPts val="1980"/>
              <a:buChar char="▪"/>
              <a:defRPr/>
            </a:lvl7pPr>
            <a:lvl8pPr indent="-354329" lvl="7" marL="3657600" algn="l">
              <a:lnSpc>
                <a:spcPct val="120000"/>
              </a:lnSpc>
              <a:spcBef>
                <a:spcPts val="500"/>
              </a:spcBef>
              <a:spcAft>
                <a:spcPts val="0"/>
              </a:spcAft>
              <a:buSzPts val="1980"/>
              <a:buChar char="▪"/>
              <a:defRPr/>
            </a:lvl8pPr>
            <a:lvl9pPr indent="-354329" lvl="8" marL="4114800" algn="l">
              <a:lnSpc>
                <a:spcPct val="120000"/>
              </a:lnSpc>
              <a:spcBef>
                <a:spcPts val="500"/>
              </a:spcBef>
              <a:spcAft>
                <a:spcPts val="0"/>
              </a:spcAft>
              <a:buSzPts val="1980"/>
              <a:buChar char="▪"/>
              <a:defRPr/>
            </a:lvl9pPr>
          </a:lstStyle>
          <a:p/>
        </p:txBody>
      </p:sp>
      <p:sp>
        <p:nvSpPr>
          <p:cNvPr id="331" name="Google Shape;331;p18"/>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2" name="Google Shape;332;p18"/>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3" name="Google Shape;333;p18"/>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7"/>
          <p:cNvSpPr txBox="1"/>
          <p:nvPr>
            <p:ph type="title"/>
          </p:nvPr>
        </p:nvSpPr>
        <p:spPr>
          <a:xfrm>
            <a:off x="891161" y="2358391"/>
            <a:ext cx="3498667" cy="2456485"/>
          </a:xfrm>
          <a:prstGeom prst="rect">
            <a:avLst/>
          </a:prstGeom>
          <a:noFill/>
          <a:ln>
            <a:noFill/>
          </a:ln>
        </p:spPr>
        <p:txBody>
          <a:bodyPr anchorCtr="0" anchor="ctr" bIns="228600" lIns="228600" spcFirstLastPara="1" rIns="228600" wrap="square" tIns="228600">
            <a:normAutofit/>
          </a:bodyPr>
          <a:lstStyle>
            <a:lvl1pPr lvl="0" marR="0" rtl="0" algn="ctr">
              <a:lnSpc>
                <a:spcPct val="85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7"/>
          <p:cNvSpPr txBox="1"/>
          <p:nvPr>
            <p:ph idx="1" type="body"/>
          </p:nvPr>
        </p:nvSpPr>
        <p:spPr>
          <a:xfrm>
            <a:off x="5434982" y="794719"/>
            <a:ext cx="5950036" cy="5257090"/>
          </a:xfrm>
          <a:prstGeom prst="rect">
            <a:avLst/>
          </a:prstGeom>
          <a:noFill/>
          <a:ln>
            <a:noFill/>
          </a:ln>
        </p:spPr>
        <p:txBody>
          <a:bodyPr anchorCtr="0" anchor="t" bIns="45700" lIns="91425" spcFirstLastPara="1" rIns="91425" wrap="square" tIns="45700">
            <a:normAutofit/>
          </a:bodyPr>
          <a:lstStyle>
            <a:lvl1pPr indent="-354330" lvl="0" marL="457200" marR="0" rtl="0" algn="l">
              <a:lnSpc>
                <a:spcPct val="120000"/>
              </a:lnSpc>
              <a:spcBef>
                <a:spcPts val="1000"/>
              </a:spcBef>
              <a:spcAft>
                <a:spcPts val="0"/>
              </a:spcAft>
              <a:buClr>
                <a:schemeClr val="accent1"/>
              </a:buClr>
              <a:buSzPts val="1980"/>
              <a:buFont typeface="Noto Sans Symbols"/>
              <a:buChar char="▪"/>
              <a:defRPr b="0" i="0" sz="1800" u="none" cap="none" strike="noStrike">
                <a:solidFill>
                  <a:schemeClr val="dk1"/>
                </a:solidFill>
                <a:latin typeface="Rockwell"/>
                <a:ea typeface="Rockwell"/>
                <a:cs typeface="Rockwell"/>
                <a:sym typeface="Rockwell"/>
              </a:defRPr>
            </a:lvl1pPr>
            <a:lvl2pPr indent="-340360" lvl="1" marL="914400" marR="0" rtl="0" algn="l">
              <a:lnSpc>
                <a:spcPct val="120000"/>
              </a:lnSpc>
              <a:spcBef>
                <a:spcPts val="500"/>
              </a:spcBef>
              <a:spcAft>
                <a:spcPts val="0"/>
              </a:spcAft>
              <a:buClr>
                <a:schemeClr val="accent1"/>
              </a:buClr>
              <a:buSzPts val="1760"/>
              <a:buFont typeface="Noto Sans Symbols"/>
              <a:buChar char="▪"/>
              <a:defRPr b="0" i="0" sz="1600" u="none" cap="none" strike="noStrike">
                <a:solidFill>
                  <a:schemeClr val="dk1"/>
                </a:solidFill>
                <a:latin typeface="Rockwell"/>
                <a:ea typeface="Rockwell"/>
                <a:cs typeface="Rockwell"/>
                <a:sym typeface="Rockwell"/>
              </a:defRPr>
            </a:lvl2pPr>
            <a:lvl3pPr indent="-326389" lvl="2" marL="1371600" marR="0" rtl="0" algn="l">
              <a:lnSpc>
                <a:spcPct val="120000"/>
              </a:lnSpc>
              <a:spcBef>
                <a:spcPts val="500"/>
              </a:spcBef>
              <a:spcAft>
                <a:spcPts val="0"/>
              </a:spcAft>
              <a:buClr>
                <a:schemeClr val="accent1"/>
              </a:buClr>
              <a:buSzPts val="1540"/>
              <a:buFont typeface="Noto Sans Symbols"/>
              <a:buChar char="▪"/>
              <a:defRPr b="0" i="0" sz="1400" u="none" cap="none" strike="noStrike">
                <a:solidFill>
                  <a:schemeClr val="dk1"/>
                </a:solidFill>
                <a:latin typeface="Rockwell"/>
                <a:ea typeface="Rockwell"/>
                <a:cs typeface="Rockwell"/>
                <a:sym typeface="Rockwell"/>
              </a:defRPr>
            </a:lvl3pPr>
            <a:lvl4pPr indent="-312419" lvl="3" marL="18288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4pPr>
            <a:lvl5pPr indent="-312420" lvl="4" marL="22860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5pPr>
            <a:lvl6pPr indent="-312420" lvl="5" marL="27432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6pPr>
            <a:lvl7pPr indent="-312420" lvl="6" marL="32004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7pPr>
            <a:lvl8pPr indent="-312420" lvl="7" marL="36576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8pPr>
            <a:lvl9pPr indent="-312420" lvl="8" marL="4114800" marR="0" rtl="0" algn="l">
              <a:lnSpc>
                <a:spcPct val="120000"/>
              </a:lnSpc>
              <a:spcBef>
                <a:spcPts val="500"/>
              </a:spcBef>
              <a:spcAft>
                <a:spcPts val="0"/>
              </a:spcAft>
              <a:buClr>
                <a:schemeClr val="accent1"/>
              </a:buClr>
              <a:buSzPts val="1320"/>
              <a:buFont typeface="Noto Sans Symbols"/>
              <a:buChar char="▪"/>
              <a:defRPr b="0" i="0" sz="1200" u="none" cap="none" strike="noStrike">
                <a:solidFill>
                  <a:schemeClr val="dk1"/>
                </a:solidFill>
                <a:latin typeface="Rockwell"/>
                <a:ea typeface="Rockwell"/>
                <a:cs typeface="Rockwell"/>
                <a:sym typeface="Rockwell"/>
              </a:defRPr>
            </a:lvl9pPr>
          </a:lstStyle>
          <a:p/>
        </p:txBody>
      </p:sp>
      <p:sp>
        <p:nvSpPr>
          <p:cNvPr id="8" name="Google Shape;8;p7"/>
          <p:cNvSpPr txBox="1"/>
          <p:nvPr>
            <p:ph idx="10" type="dt"/>
          </p:nvPr>
        </p:nvSpPr>
        <p:spPr>
          <a:xfrm>
            <a:off x="804672" y="320040"/>
            <a:ext cx="3657600"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9" name="Google Shape;9;p7"/>
          <p:cNvSpPr txBox="1"/>
          <p:nvPr>
            <p:ph idx="11" type="ftr"/>
          </p:nvPr>
        </p:nvSpPr>
        <p:spPr>
          <a:xfrm>
            <a:off x="804672" y="6227064"/>
            <a:ext cx="10588752" cy="32004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Rockwell"/>
                <a:ea typeface="Rockwell"/>
                <a:cs typeface="Rockwell"/>
                <a:sym typeface="Rockwell"/>
              </a:defRPr>
            </a:lvl1pPr>
            <a:lvl2pPr lvl="1"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2pPr>
            <a:lvl3pPr lvl="2"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3pPr>
            <a:lvl4pPr lvl="3"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4pPr>
            <a:lvl5pPr lvl="4"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5pPr>
            <a:lvl6pPr lvl="5"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6pPr>
            <a:lvl7pPr lvl="6"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7pPr>
            <a:lvl8pPr lvl="7"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8pPr>
            <a:lvl9pPr lvl="8" marR="0" rtl="0" algn="l">
              <a:spcBef>
                <a:spcPts val="0"/>
              </a:spcBef>
              <a:spcAft>
                <a:spcPts val="0"/>
              </a:spcAft>
              <a:buSzPts val="1400"/>
              <a:buNone/>
              <a:defRPr b="0" i="0" sz="1800" u="none" cap="none" strike="noStrike">
                <a:solidFill>
                  <a:schemeClr val="dk1"/>
                </a:solidFill>
                <a:latin typeface="Rockwell"/>
                <a:ea typeface="Rockwell"/>
                <a:cs typeface="Rockwell"/>
                <a:sym typeface="Rockwell"/>
              </a:defRPr>
            </a:lvl9pPr>
          </a:lstStyle>
          <a:p/>
        </p:txBody>
      </p:sp>
      <p:sp>
        <p:nvSpPr>
          <p:cNvPr id="10" name="Google Shape;10;p7"/>
          <p:cNvSpPr txBox="1"/>
          <p:nvPr>
            <p:ph idx="12" type="sldNum"/>
          </p:nvPr>
        </p:nvSpPr>
        <p:spPr>
          <a:xfrm>
            <a:off x="10469880" y="320040"/>
            <a:ext cx="914400" cy="32004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rgbClr val="888888"/>
                </a:solidFill>
                <a:latin typeface="Rockwell"/>
                <a:ea typeface="Rockwell"/>
                <a:cs typeface="Rockwell"/>
                <a:sym typeface="Rockwell"/>
              </a:defRPr>
            </a:lvl1pPr>
            <a:lvl2pPr indent="0" lvl="1" marL="0" marR="0" rtl="0" algn="r">
              <a:spcBef>
                <a:spcPts val="0"/>
              </a:spcBef>
              <a:buNone/>
              <a:defRPr b="0" i="0" sz="1000" u="none" cap="none" strike="noStrike">
                <a:solidFill>
                  <a:srgbClr val="888888"/>
                </a:solidFill>
                <a:latin typeface="Rockwell"/>
                <a:ea typeface="Rockwell"/>
                <a:cs typeface="Rockwell"/>
                <a:sym typeface="Rockwell"/>
              </a:defRPr>
            </a:lvl2pPr>
            <a:lvl3pPr indent="0" lvl="2" marL="0" marR="0" rtl="0" algn="r">
              <a:spcBef>
                <a:spcPts val="0"/>
              </a:spcBef>
              <a:buNone/>
              <a:defRPr b="0" i="0" sz="1000" u="none" cap="none" strike="noStrike">
                <a:solidFill>
                  <a:srgbClr val="888888"/>
                </a:solidFill>
                <a:latin typeface="Rockwell"/>
                <a:ea typeface="Rockwell"/>
                <a:cs typeface="Rockwell"/>
                <a:sym typeface="Rockwell"/>
              </a:defRPr>
            </a:lvl3pPr>
            <a:lvl4pPr indent="0" lvl="3" marL="0" marR="0" rtl="0" algn="r">
              <a:spcBef>
                <a:spcPts val="0"/>
              </a:spcBef>
              <a:buNone/>
              <a:defRPr b="0" i="0" sz="1000" u="none" cap="none" strike="noStrike">
                <a:solidFill>
                  <a:srgbClr val="888888"/>
                </a:solidFill>
                <a:latin typeface="Rockwell"/>
                <a:ea typeface="Rockwell"/>
                <a:cs typeface="Rockwell"/>
                <a:sym typeface="Rockwell"/>
              </a:defRPr>
            </a:lvl4pPr>
            <a:lvl5pPr indent="0" lvl="4" marL="0" marR="0" rtl="0" algn="r">
              <a:spcBef>
                <a:spcPts val="0"/>
              </a:spcBef>
              <a:buNone/>
              <a:defRPr b="0" i="0" sz="1000" u="none" cap="none" strike="noStrike">
                <a:solidFill>
                  <a:srgbClr val="888888"/>
                </a:solidFill>
                <a:latin typeface="Rockwell"/>
                <a:ea typeface="Rockwell"/>
                <a:cs typeface="Rockwell"/>
                <a:sym typeface="Rockwell"/>
              </a:defRPr>
            </a:lvl5pPr>
            <a:lvl6pPr indent="0" lvl="5" marL="0" marR="0" rtl="0" algn="r">
              <a:spcBef>
                <a:spcPts val="0"/>
              </a:spcBef>
              <a:buNone/>
              <a:defRPr b="0" i="0" sz="1000" u="none" cap="none" strike="noStrike">
                <a:solidFill>
                  <a:srgbClr val="888888"/>
                </a:solidFill>
                <a:latin typeface="Rockwell"/>
                <a:ea typeface="Rockwell"/>
                <a:cs typeface="Rockwell"/>
                <a:sym typeface="Rockwell"/>
              </a:defRPr>
            </a:lvl6pPr>
            <a:lvl7pPr indent="0" lvl="6" marL="0" marR="0" rtl="0" algn="r">
              <a:spcBef>
                <a:spcPts val="0"/>
              </a:spcBef>
              <a:buNone/>
              <a:defRPr b="0" i="0" sz="1000" u="none" cap="none" strike="noStrike">
                <a:solidFill>
                  <a:srgbClr val="888888"/>
                </a:solidFill>
                <a:latin typeface="Rockwell"/>
                <a:ea typeface="Rockwell"/>
                <a:cs typeface="Rockwell"/>
                <a:sym typeface="Rockwell"/>
              </a:defRPr>
            </a:lvl7pPr>
            <a:lvl8pPr indent="0" lvl="7" marL="0" marR="0" rtl="0" algn="r">
              <a:spcBef>
                <a:spcPts val="0"/>
              </a:spcBef>
              <a:buNone/>
              <a:defRPr b="0" i="0" sz="1000" u="none" cap="none" strike="noStrike">
                <a:solidFill>
                  <a:srgbClr val="888888"/>
                </a:solidFill>
                <a:latin typeface="Rockwell"/>
                <a:ea typeface="Rockwell"/>
                <a:cs typeface="Rockwell"/>
                <a:sym typeface="Rockwell"/>
              </a:defRPr>
            </a:lvl8pPr>
            <a:lvl9pPr indent="0" lvl="8" marL="0" marR="0" rtl="0" algn="r">
              <a:spcBef>
                <a:spcPts val="0"/>
              </a:spcBef>
              <a:buNone/>
              <a:defRPr b="0" i="0" sz="1000" u="none" cap="none" strike="noStrike">
                <a:solidFill>
                  <a:srgbClr val="888888"/>
                </a:solidFill>
                <a:latin typeface="Rockwell"/>
                <a:ea typeface="Rockwell"/>
                <a:cs typeface="Rockwell"/>
                <a:sym typeface="Rockwe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
          <p:cNvSpPr txBox="1"/>
          <p:nvPr>
            <p:ph type="ctrTitle"/>
          </p:nvPr>
        </p:nvSpPr>
        <p:spPr>
          <a:xfrm>
            <a:off x="1759236" y="2075504"/>
            <a:ext cx="8679915" cy="1748729"/>
          </a:xfrm>
          <a:prstGeom prst="rect">
            <a:avLst/>
          </a:prstGeom>
          <a:noFill/>
          <a:ln>
            <a:noFill/>
          </a:ln>
        </p:spPr>
        <p:txBody>
          <a:bodyPr anchorCtr="0" anchor="b" bIns="0" lIns="228600" spcFirstLastPara="1" rIns="228600" wrap="square" tIns="228600">
            <a:normAutofit/>
          </a:bodyPr>
          <a:lstStyle/>
          <a:p>
            <a:pPr indent="0" lvl="0" marL="0" rtl="0" algn="ctr">
              <a:lnSpc>
                <a:spcPct val="80000"/>
              </a:lnSpc>
              <a:spcBef>
                <a:spcPts val="0"/>
              </a:spcBef>
              <a:spcAft>
                <a:spcPts val="0"/>
              </a:spcAft>
              <a:buClr>
                <a:srgbClr val="FFFEFF"/>
              </a:buClr>
              <a:buSzPts val="5400"/>
              <a:buFont typeface="Calibri"/>
              <a:buNone/>
            </a:pPr>
            <a:r>
              <a:rPr lang="en-US"/>
              <a:t>LESSON 13 &amp; 14</a:t>
            </a:r>
            <a:endParaRPr/>
          </a:p>
        </p:txBody>
      </p:sp>
      <p:sp>
        <p:nvSpPr>
          <p:cNvPr id="339" name="Google Shape;339;p1"/>
          <p:cNvSpPr txBox="1"/>
          <p:nvPr>
            <p:ph idx="1" type="subTitle"/>
          </p:nvPr>
        </p:nvSpPr>
        <p:spPr>
          <a:xfrm>
            <a:off x="1759237" y="3906266"/>
            <a:ext cx="8673427" cy="1322587"/>
          </a:xfrm>
          <a:prstGeom prst="rect">
            <a:avLst/>
          </a:prstGeom>
          <a:noFill/>
          <a:ln>
            <a:noFill/>
          </a:ln>
        </p:spPr>
        <p:txBody>
          <a:bodyPr anchorCtr="0" anchor="t" bIns="45700" lIns="91425" spcFirstLastPara="1" rIns="91425" wrap="square" tIns="0">
            <a:normAutofit/>
          </a:bodyPr>
          <a:lstStyle/>
          <a:p>
            <a:pPr indent="0" lvl="0" marL="0" rtl="0" algn="ctr">
              <a:lnSpc>
                <a:spcPct val="100000"/>
              </a:lnSpc>
              <a:spcBef>
                <a:spcPts val="0"/>
              </a:spcBef>
              <a:spcAft>
                <a:spcPts val="0"/>
              </a:spcAft>
              <a:buSzPts val="1980"/>
              <a:buNone/>
            </a:pPr>
            <a:r>
              <a:rPr lang="en-US"/>
              <a:t>Did you watch the lesson of Awal Sir?</a:t>
            </a:r>
            <a:endParaRPr/>
          </a:p>
        </p:txBody>
      </p:sp>
      <p:pic>
        <p:nvPicPr>
          <p:cNvPr id="340" name="Google Shape;340;p1"/>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41" name="Google Shape;341;p1"/>
          <p:cNvPicPr preferRelativeResize="0"/>
          <p:nvPr/>
        </p:nvPicPr>
        <p:blipFill>
          <a:blip r:embed="rId4">
            <a:alphaModFix/>
          </a:blip>
          <a:stretch>
            <a:fillRect/>
          </a:stretch>
        </p:blipFill>
        <p:spPr>
          <a:xfrm>
            <a:off x="-91225" y="0"/>
            <a:ext cx="1304750" cy="909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n-US"/>
              <a:t>LET’S RECAP!</a:t>
            </a:r>
            <a:endParaRPr/>
          </a:p>
        </p:txBody>
      </p:sp>
      <p:sp>
        <p:nvSpPr>
          <p:cNvPr id="347" name="Google Shape;347;p2"/>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n-US"/>
              <a:t>Let’s recall what we learned in the last class. </a:t>
            </a:r>
            <a:endParaRPr/>
          </a:p>
          <a:p>
            <a:pPr indent="-228600" lvl="0" marL="228600" rtl="0" algn="l">
              <a:lnSpc>
                <a:spcPct val="120000"/>
              </a:lnSpc>
              <a:spcBef>
                <a:spcPts val="1000"/>
              </a:spcBef>
              <a:spcAft>
                <a:spcPts val="0"/>
              </a:spcAft>
              <a:buSzPts val="1980"/>
              <a:buChar char="▪"/>
            </a:pPr>
            <a:r>
              <a:rPr lang="en-US"/>
              <a:t>Take a recap of the last session from the students.</a:t>
            </a:r>
            <a:endParaRPr/>
          </a:p>
          <a:p>
            <a:pPr indent="-228600" lvl="0" marL="228600" rtl="0" algn="l">
              <a:lnSpc>
                <a:spcPct val="120000"/>
              </a:lnSpc>
              <a:spcBef>
                <a:spcPts val="1000"/>
              </a:spcBef>
              <a:spcAft>
                <a:spcPts val="0"/>
              </a:spcAft>
              <a:buSzPts val="1980"/>
              <a:buChar char="▪"/>
            </a:pPr>
            <a:r>
              <a:rPr lang="en-US"/>
              <a:t>Clear their doubts (if any).</a:t>
            </a:r>
            <a:endParaRPr/>
          </a:p>
          <a:p>
            <a:pPr indent="-228600" lvl="0" marL="228600" rtl="0" algn="l">
              <a:lnSpc>
                <a:spcPct val="120000"/>
              </a:lnSpc>
              <a:spcBef>
                <a:spcPts val="1000"/>
              </a:spcBef>
              <a:spcAft>
                <a:spcPts val="0"/>
              </a:spcAft>
              <a:buSzPts val="1980"/>
              <a:buChar char="▪"/>
            </a:pPr>
            <a:r>
              <a:rPr lang="en-US"/>
              <a:t>Check the homework given in the previous class.</a:t>
            </a:r>
            <a:endParaRPr/>
          </a:p>
          <a:p>
            <a:pPr indent="0" lvl="0" marL="0" rtl="0" algn="l">
              <a:lnSpc>
                <a:spcPct val="120000"/>
              </a:lnSpc>
              <a:spcBef>
                <a:spcPts val="1000"/>
              </a:spcBef>
              <a:spcAft>
                <a:spcPts val="0"/>
              </a:spcAft>
              <a:buSzPts val="1980"/>
              <a:buNone/>
            </a:pPr>
            <a:r>
              <a:t/>
            </a:r>
            <a:endParaRPr/>
          </a:p>
          <a:p>
            <a:pPr indent="0" lvl="0" marL="0" rtl="0" algn="l">
              <a:lnSpc>
                <a:spcPct val="120000"/>
              </a:lnSpc>
              <a:spcBef>
                <a:spcPts val="1000"/>
              </a:spcBef>
              <a:spcAft>
                <a:spcPts val="0"/>
              </a:spcAft>
              <a:buSzPts val="1980"/>
              <a:buNone/>
            </a:pPr>
            <a:r>
              <a:t/>
            </a:r>
            <a:endParaRPr/>
          </a:p>
        </p:txBody>
      </p:sp>
      <p:pic>
        <p:nvPicPr>
          <p:cNvPr id="348" name="Google Shape;348;p2"/>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49" name="Google Shape;349;p2"/>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fontScale="90000"/>
          </a:bodyPr>
          <a:lstStyle/>
          <a:p>
            <a:pPr indent="0" lvl="0" marL="0" rtl="0" algn="ctr">
              <a:lnSpc>
                <a:spcPct val="85000"/>
              </a:lnSpc>
              <a:spcBef>
                <a:spcPts val="0"/>
              </a:spcBef>
              <a:spcAft>
                <a:spcPts val="0"/>
              </a:spcAft>
              <a:buClr>
                <a:srgbClr val="374151"/>
              </a:buClr>
              <a:buSzPct val="100000"/>
              <a:buFont typeface="Arial"/>
              <a:buNone/>
            </a:pPr>
            <a:r>
              <a:rPr b="0" i="0" lang="en-US">
                <a:solidFill>
                  <a:srgbClr val="374151"/>
                </a:solidFill>
                <a:latin typeface="Arial"/>
                <a:ea typeface="Arial"/>
                <a:cs typeface="Arial"/>
                <a:sym typeface="Arial"/>
              </a:rPr>
              <a:t>Title: Prepositions: In, On, At</a:t>
            </a:r>
            <a:br>
              <a:rPr lang="en-US"/>
            </a:br>
            <a:endParaRPr/>
          </a:p>
        </p:txBody>
      </p:sp>
      <p:sp>
        <p:nvSpPr>
          <p:cNvPr id="355" name="Google Shape;355;p3"/>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fontScale="70000" lnSpcReduction="20000"/>
          </a:bodyPr>
          <a:lstStyle/>
          <a:p>
            <a:pPr indent="-228600" lvl="0" marL="228600" rtl="0" algn="l">
              <a:lnSpc>
                <a:spcPct val="120000"/>
              </a:lnSpc>
              <a:spcBef>
                <a:spcPts val="0"/>
              </a:spcBef>
              <a:spcAft>
                <a:spcPts val="0"/>
              </a:spcAft>
              <a:buSzPct val="110000"/>
              <a:buChar char="▪"/>
            </a:pPr>
            <a:r>
              <a:rPr b="1" i="0" lang="en-US" sz="2300">
                <a:solidFill>
                  <a:srgbClr val="374151"/>
                </a:solidFill>
                <a:latin typeface="Arial"/>
                <a:ea typeface="Arial"/>
                <a:cs typeface="Arial"/>
                <a:sym typeface="Arial"/>
              </a:rPr>
              <a:t>In</a:t>
            </a:r>
            <a:endParaRPr/>
          </a:p>
          <a:p>
            <a:pPr indent="-228600" lvl="0" marL="228600" rtl="0" algn="l">
              <a:lnSpc>
                <a:spcPct val="120000"/>
              </a:lnSpc>
              <a:spcBef>
                <a:spcPts val="1000"/>
              </a:spcBef>
              <a:spcAft>
                <a:spcPts val="0"/>
              </a:spcAft>
              <a:buSzPct val="110000"/>
              <a:buChar char="▪"/>
            </a:pPr>
            <a:r>
              <a:rPr b="1" i="0" lang="en-US" sz="2300">
                <a:solidFill>
                  <a:srgbClr val="374151"/>
                </a:solidFill>
                <a:latin typeface="Arial"/>
                <a:ea typeface="Arial"/>
                <a:cs typeface="Arial"/>
                <a:sym typeface="Arial"/>
              </a:rPr>
              <a:t>Meaning: "In" is used to indicate being inside or within a specific location, place, or container.</a:t>
            </a:r>
            <a:endParaRPr/>
          </a:p>
          <a:p>
            <a:pPr indent="-228600" lvl="0" marL="228600" rtl="0" algn="l">
              <a:lnSpc>
                <a:spcPct val="120000"/>
              </a:lnSpc>
              <a:spcBef>
                <a:spcPts val="1000"/>
              </a:spcBef>
              <a:spcAft>
                <a:spcPts val="0"/>
              </a:spcAft>
              <a:buSzPct val="110000"/>
              <a:buChar char="▪"/>
            </a:pPr>
            <a:r>
              <a:rPr b="1" i="0" lang="en-US" sz="2300">
                <a:solidFill>
                  <a:srgbClr val="374151"/>
                </a:solidFill>
                <a:latin typeface="Arial"/>
                <a:ea typeface="Arial"/>
                <a:cs typeface="Arial"/>
                <a:sym typeface="Arial"/>
              </a:rPr>
              <a:t>Examples</a:t>
            </a:r>
            <a:r>
              <a:rPr b="0" i="0" lang="en-US" sz="2300">
                <a:solidFill>
                  <a:srgbClr val="374151"/>
                </a:solidFill>
                <a:latin typeface="Arial"/>
                <a:ea typeface="Arial"/>
                <a:cs typeface="Arial"/>
                <a:sym typeface="Arial"/>
              </a:rPr>
              <a:t>:</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The cat is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box.</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She lives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a small apartment.</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We have a meeting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conference room.</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He found his keys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his backpack.</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I'm interested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learning new languages.</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The book is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library.</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There's a surprise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gift bag.</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They are swimming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pool.</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The cookies are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the jar.</a:t>
            </a:r>
            <a:endParaRPr/>
          </a:p>
          <a:p>
            <a:pPr indent="-228600" lvl="0" marL="228600" rtl="0" algn="l">
              <a:lnSpc>
                <a:spcPct val="120000"/>
              </a:lnSpc>
              <a:spcBef>
                <a:spcPts val="1000"/>
              </a:spcBef>
              <a:spcAft>
                <a:spcPts val="0"/>
              </a:spcAft>
              <a:buSzPct val="110000"/>
              <a:buFont typeface="Calibri"/>
              <a:buAutoNum type="arabicPeriod"/>
            </a:pPr>
            <a:r>
              <a:rPr b="0" i="0" lang="en-US" sz="2300">
                <a:solidFill>
                  <a:srgbClr val="374151"/>
                </a:solidFill>
                <a:latin typeface="Arial"/>
                <a:ea typeface="Arial"/>
                <a:cs typeface="Arial"/>
                <a:sym typeface="Arial"/>
              </a:rPr>
              <a:t>She was lost </a:t>
            </a:r>
            <a:r>
              <a:rPr b="1" i="0" lang="en-US" sz="2300">
                <a:solidFill>
                  <a:srgbClr val="374151"/>
                </a:solidFill>
                <a:latin typeface="Arial"/>
                <a:ea typeface="Arial"/>
                <a:cs typeface="Arial"/>
                <a:sym typeface="Arial"/>
              </a:rPr>
              <a:t>in</a:t>
            </a:r>
            <a:r>
              <a:rPr b="0" i="0" lang="en-US" sz="2300">
                <a:solidFill>
                  <a:srgbClr val="374151"/>
                </a:solidFill>
                <a:latin typeface="Arial"/>
                <a:ea typeface="Arial"/>
                <a:cs typeface="Arial"/>
                <a:sym typeface="Arial"/>
              </a:rPr>
              <a:t> thought.</a:t>
            </a:r>
            <a:br>
              <a:rPr lang="en-US"/>
            </a:br>
            <a:endParaRPr/>
          </a:p>
        </p:txBody>
      </p:sp>
      <p:pic>
        <p:nvPicPr>
          <p:cNvPr id="356" name="Google Shape;356;p3"/>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57" name="Google Shape;357;p3"/>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fontScale="90000"/>
          </a:bodyPr>
          <a:lstStyle/>
          <a:p>
            <a:pPr indent="0" lvl="0" marL="0" rtl="0" algn="ctr">
              <a:lnSpc>
                <a:spcPct val="85000"/>
              </a:lnSpc>
              <a:spcBef>
                <a:spcPts val="0"/>
              </a:spcBef>
              <a:spcAft>
                <a:spcPts val="0"/>
              </a:spcAft>
              <a:buClr>
                <a:srgbClr val="374151"/>
              </a:buClr>
              <a:buSzPct val="100000"/>
              <a:buFont typeface="Arial"/>
              <a:buNone/>
            </a:pPr>
            <a:r>
              <a:rPr b="0" i="0" lang="en-US">
                <a:solidFill>
                  <a:srgbClr val="374151"/>
                </a:solidFill>
                <a:latin typeface="Arial"/>
                <a:ea typeface="Arial"/>
                <a:cs typeface="Arial"/>
                <a:sym typeface="Arial"/>
              </a:rPr>
              <a:t>Title: Prepositions: In, On, At</a:t>
            </a:r>
            <a:br>
              <a:rPr lang="en-US"/>
            </a:br>
            <a:endParaRPr/>
          </a:p>
        </p:txBody>
      </p:sp>
      <p:sp>
        <p:nvSpPr>
          <p:cNvPr id="363" name="Google Shape;363;p4"/>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Autofit/>
          </a:bodyPr>
          <a:lstStyle/>
          <a:p>
            <a:pPr indent="-228600" lvl="0" marL="228600" rtl="0" algn="l">
              <a:lnSpc>
                <a:spcPct val="120000"/>
              </a:lnSpc>
              <a:spcBef>
                <a:spcPts val="0"/>
              </a:spcBef>
              <a:spcAft>
                <a:spcPts val="0"/>
              </a:spcAft>
              <a:buSzPts val="1760"/>
              <a:buChar char="▪"/>
            </a:pPr>
            <a:r>
              <a:rPr b="1" i="0" lang="en-US" sz="1600">
                <a:solidFill>
                  <a:srgbClr val="374151"/>
                </a:solidFill>
                <a:latin typeface="Arial"/>
                <a:ea typeface="Arial"/>
                <a:cs typeface="Arial"/>
                <a:sym typeface="Arial"/>
              </a:rPr>
              <a:t>On</a:t>
            </a:r>
            <a:endParaRPr/>
          </a:p>
          <a:p>
            <a:pPr indent="-228600" lvl="0" marL="228600" rtl="0" algn="l">
              <a:lnSpc>
                <a:spcPct val="120000"/>
              </a:lnSpc>
              <a:spcBef>
                <a:spcPts val="1000"/>
              </a:spcBef>
              <a:spcAft>
                <a:spcPts val="0"/>
              </a:spcAft>
              <a:buSzPts val="1760"/>
              <a:buChar char="▪"/>
            </a:pPr>
            <a:r>
              <a:rPr b="1" i="0" lang="en-US" sz="1600">
                <a:solidFill>
                  <a:srgbClr val="374151"/>
                </a:solidFill>
                <a:latin typeface="Arial"/>
                <a:ea typeface="Arial"/>
                <a:cs typeface="Arial"/>
                <a:sym typeface="Arial"/>
              </a:rPr>
              <a:t>Meaning: "On" is used to indicate a position or location on a surface or a specific day.</a:t>
            </a:r>
            <a:endParaRPr/>
          </a:p>
          <a:p>
            <a:pPr indent="-228600" lvl="0" marL="228600" rtl="0" algn="l">
              <a:lnSpc>
                <a:spcPct val="120000"/>
              </a:lnSpc>
              <a:spcBef>
                <a:spcPts val="1000"/>
              </a:spcBef>
              <a:spcAft>
                <a:spcPts val="0"/>
              </a:spcAft>
              <a:buSzPts val="1760"/>
              <a:buChar char="▪"/>
            </a:pPr>
            <a:r>
              <a:rPr b="1" i="0" lang="en-US" sz="1600">
                <a:solidFill>
                  <a:srgbClr val="374151"/>
                </a:solidFill>
                <a:latin typeface="Arial"/>
                <a:ea typeface="Arial"/>
                <a:cs typeface="Arial"/>
                <a:sym typeface="Arial"/>
              </a:rPr>
              <a:t>Examples</a:t>
            </a:r>
            <a:r>
              <a:rPr b="0" i="0" lang="en-US" sz="1600">
                <a:solidFill>
                  <a:srgbClr val="374151"/>
                </a:solidFill>
                <a:latin typeface="Arial"/>
                <a:ea typeface="Arial"/>
                <a:cs typeface="Arial"/>
                <a:sym typeface="Arial"/>
              </a:rPr>
              <a:t>:</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cup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table.</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cat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roof.</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poster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wall.</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book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shelf.</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meeting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Monday.</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keys are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counter.</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cat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mat.</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plate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kitchen counter.</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book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desk.</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event is </a:t>
            </a:r>
            <a:r>
              <a:rPr b="1" i="0" lang="en-US" sz="1600">
                <a:solidFill>
                  <a:srgbClr val="374151"/>
                </a:solidFill>
                <a:latin typeface="Arial"/>
                <a:ea typeface="Arial"/>
                <a:cs typeface="Arial"/>
                <a:sym typeface="Arial"/>
              </a:rPr>
              <a:t>on</a:t>
            </a:r>
            <a:r>
              <a:rPr b="0" i="0" lang="en-US" sz="1600">
                <a:solidFill>
                  <a:srgbClr val="374151"/>
                </a:solidFill>
                <a:latin typeface="Arial"/>
                <a:ea typeface="Arial"/>
                <a:cs typeface="Arial"/>
                <a:sym typeface="Arial"/>
              </a:rPr>
              <a:t> the 10th of June.</a:t>
            </a:r>
            <a:br>
              <a:rPr lang="en-US" sz="1600"/>
            </a:br>
            <a:endParaRPr sz="1600"/>
          </a:p>
        </p:txBody>
      </p:sp>
      <p:pic>
        <p:nvPicPr>
          <p:cNvPr id="364" name="Google Shape;364;p4"/>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65" name="Google Shape;365;p4"/>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fontScale="90000"/>
          </a:bodyPr>
          <a:lstStyle/>
          <a:p>
            <a:pPr indent="0" lvl="0" marL="0" rtl="0" algn="ctr">
              <a:lnSpc>
                <a:spcPct val="85000"/>
              </a:lnSpc>
              <a:spcBef>
                <a:spcPts val="0"/>
              </a:spcBef>
              <a:spcAft>
                <a:spcPts val="0"/>
              </a:spcAft>
              <a:buClr>
                <a:srgbClr val="374151"/>
              </a:buClr>
              <a:buSzPct val="100000"/>
              <a:buFont typeface="Arial"/>
              <a:buNone/>
            </a:pPr>
            <a:r>
              <a:rPr b="0" i="0" lang="en-US">
                <a:solidFill>
                  <a:srgbClr val="374151"/>
                </a:solidFill>
                <a:latin typeface="Arial"/>
                <a:ea typeface="Arial"/>
                <a:cs typeface="Arial"/>
                <a:sym typeface="Arial"/>
              </a:rPr>
              <a:t>Title: Prepositions: In, On, At</a:t>
            </a:r>
            <a:br>
              <a:rPr lang="en-US"/>
            </a:br>
            <a:endParaRPr/>
          </a:p>
        </p:txBody>
      </p:sp>
      <p:sp>
        <p:nvSpPr>
          <p:cNvPr id="371" name="Google Shape;371;p5"/>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Autofit/>
          </a:bodyPr>
          <a:lstStyle/>
          <a:p>
            <a:pPr indent="-228600" lvl="0" marL="228600" rtl="0" algn="l">
              <a:lnSpc>
                <a:spcPct val="120000"/>
              </a:lnSpc>
              <a:spcBef>
                <a:spcPts val="0"/>
              </a:spcBef>
              <a:spcAft>
                <a:spcPts val="0"/>
              </a:spcAft>
              <a:buSzPts val="1760"/>
              <a:buChar char="▪"/>
            </a:pPr>
            <a:r>
              <a:rPr b="1" i="0" lang="en-US" sz="1600">
                <a:solidFill>
                  <a:srgbClr val="374151"/>
                </a:solidFill>
                <a:latin typeface="Arial"/>
                <a:ea typeface="Arial"/>
                <a:cs typeface="Arial"/>
                <a:sym typeface="Arial"/>
              </a:rPr>
              <a:t>At</a:t>
            </a:r>
            <a:endParaRPr/>
          </a:p>
          <a:p>
            <a:pPr indent="-228600" lvl="0" marL="228600" rtl="0" algn="l">
              <a:lnSpc>
                <a:spcPct val="120000"/>
              </a:lnSpc>
              <a:spcBef>
                <a:spcPts val="1000"/>
              </a:spcBef>
              <a:spcAft>
                <a:spcPts val="0"/>
              </a:spcAft>
              <a:buSzPts val="1760"/>
              <a:buChar char="▪"/>
            </a:pPr>
            <a:r>
              <a:rPr b="1" i="0" lang="en-US" sz="1600">
                <a:solidFill>
                  <a:srgbClr val="374151"/>
                </a:solidFill>
                <a:latin typeface="Arial"/>
                <a:ea typeface="Arial"/>
                <a:cs typeface="Arial"/>
                <a:sym typeface="Arial"/>
              </a:rPr>
              <a:t>Meaning: "At" is used to indicate a specific point or location, often in relation to a place.</a:t>
            </a:r>
            <a:endParaRPr/>
          </a:p>
          <a:p>
            <a:pPr indent="-228600" lvl="0" marL="228600" rtl="0" algn="l">
              <a:lnSpc>
                <a:spcPct val="120000"/>
              </a:lnSpc>
              <a:spcBef>
                <a:spcPts val="1000"/>
              </a:spcBef>
              <a:spcAft>
                <a:spcPts val="0"/>
              </a:spcAft>
              <a:buSzPts val="1760"/>
              <a:buChar char="▪"/>
            </a:pPr>
            <a:r>
              <a:rPr b="1" i="0" lang="en-US" sz="1600">
                <a:solidFill>
                  <a:srgbClr val="374151"/>
                </a:solidFill>
                <a:latin typeface="Arial"/>
                <a:ea typeface="Arial"/>
                <a:cs typeface="Arial"/>
                <a:sym typeface="Arial"/>
              </a:rPr>
              <a:t>Examples</a:t>
            </a:r>
            <a:r>
              <a:rPr b="0" i="0" lang="en-US" sz="1600">
                <a:solidFill>
                  <a:srgbClr val="374151"/>
                </a:solidFill>
                <a:latin typeface="Arial"/>
                <a:ea typeface="Arial"/>
                <a:cs typeface="Arial"/>
                <a:sym typeface="Arial"/>
              </a:rPr>
              <a:t>:</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She's waiting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bus stop.</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party is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Tom's house.</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He's good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playing the guitar.</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We met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coffee shop.</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She's studying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library.</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concert is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stadium.</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 class is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room 203.</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He's an expert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solving puzzles.</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They are waiting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airport.</a:t>
            </a:r>
            <a:endParaRPr/>
          </a:p>
          <a:p>
            <a:pPr indent="-228600" lvl="0" marL="228600" rtl="0" algn="l">
              <a:lnSpc>
                <a:spcPct val="120000"/>
              </a:lnSpc>
              <a:spcBef>
                <a:spcPts val="1000"/>
              </a:spcBef>
              <a:spcAft>
                <a:spcPts val="0"/>
              </a:spcAft>
              <a:buSzPts val="1760"/>
              <a:buFont typeface="Calibri"/>
              <a:buAutoNum type="arabicPeriod"/>
            </a:pPr>
            <a:r>
              <a:rPr b="0" i="0" lang="en-US" sz="1600">
                <a:solidFill>
                  <a:srgbClr val="374151"/>
                </a:solidFill>
                <a:latin typeface="Arial"/>
                <a:ea typeface="Arial"/>
                <a:cs typeface="Arial"/>
                <a:sym typeface="Arial"/>
              </a:rPr>
              <a:t>I saw him </a:t>
            </a:r>
            <a:r>
              <a:rPr b="1" i="0" lang="en-US" sz="1600">
                <a:solidFill>
                  <a:srgbClr val="374151"/>
                </a:solidFill>
                <a:latin typeface="Arial"/>
                <a:ea typeface="Arial"/>
                <a:cs typeface="Arial"/>
                <a:sym typeface="Arial"/>
              </a:rPr>
              <a:t>at</a:t>
            </a:r>
            <a:r>
              <a:rPr b="0" i="0" lang="en-US" sz="1600">
                <a:solidFill>
                  <a:srgbClr val="374151"/>
                </a:solidFill>
                <a:latin typeface="Arial"/>
                <a:ea typeface="Arial"/>
                <a:cs typeface="Arial"/>
                <a:sym typeface="Arial"/>
              </a:rPr>
              <a:t> the mall.</a:t>
            </a:r>
            <a:br>
              <a:rPr lang="en-US" sz="1600"/>
            </a:br>
            <a:endParaRPr sz="1600"/>
          </a:p>
        </p:txBody>
      </p:sp>
      <p:pic>
        <p:nvPicPr>
          <p:cNvPr id="372" name="Google Shape;372;p5"/>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73" name="Google Shape;373;p5"/>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
          <p:cNvSpPr txBox="1"/>
          <p:nvPr>
            <p:ph type="title"/>
          </p:nvPr>
        </p:nvSpPr>
        <p:spPr>
          <a:xfrm>
            <a:off x="888631" y="2349925"/>
            <a:ext cx="3498979" cy="2456442"/>
          </a:xfrm>
          <a:prstGeom prst="rect">
            <a:avLst/>
          </a:prstGeom>
          <a:noFill/>
          <a:ln>
            <a:noFill/>
          </a:ln>
        </p:spPr>
        <p:txBody>
          <a:bodyPr anchorCtr="0" anchor="ctr" bIns="228600" lIns="228600" spcFirstLastPara="1" rIns="228600" wrap="square" tIns="228600">
            <a:normAutofit/>
          </a:bodyPr>
          <a:lstStyle/>
          <a:p>
            <a:pPr indent="0" lvl="0" marL="0" rtl="0" algn="ctr">
              <a:lnSpc>
                <a:spcPct val="85000"/>
              </a:lnSpc>
              <a:spcBef>
                <a:spcPts val="0"/>
              </a:spcBef>
              <a:spcAft>
                <a:spcPts val="0"/>
              </a:spcAft>
              <a:buClr>
                <a:srgbClr val="FFFEFF"/>
              </a:buClr>
              <a:buSzPts val="4000"/>
              <a:buFont typeface="Calibri"/>
              <a:buNone/>
            </a:pPr>
            <a:r>
              <a:rPr lang="en-US"/>
              <a:t>Homework:</a:t>
            </a:r>
            <a:endParaRPr/>
          </a:p>
        </p:txBody>
      </p:sp>
      <p:sp>
        <p:nvSpPr>
          <p:cNvPr id="379" name="Google Shape;379;p6"/>
          <p:cNvSpPr txBox="1"/>
          <p:nvPr>
            <p:ph idx="1" type="body"/>
          </p:nvPr>
        </p:nvSpPr>
        <p:spPr>
          <a:xfrm>
            <a:off x="5118447" y="803186"/>
            <a:ext cx="6281873" cy="5248622"/>
          </a:xfrm>
          <a:prstGeom prst="rect">
            <a:avLst/>
          </a:prstGeom>
          <a:noFill/>
          <a:ln>
            <a:noFill/>
          </a:ln>
        </p:spPr>
        <p:txBody>
          <a:bodyPr anchorCtr="0" anchor="ctr" bIns="45700" lIns="91425" spcFirstLastPara="1" rIns="91425" wrap="square" tIns="45700">
            <a:normAutofit/>
          </a:bodyPr>
          <a:lstStyle/>
          <a:p>
            <a:pPr indent="-228600" lvl="0" marL="228600" rtl="0" algn="l">
              <a:lnSpc>
                <a:spcPct val="120000"/>
              </a:lnSpc>
              <a:spcBef>
                <a:spcPts val="0"/>
              </a:spcBef>
              <a:spcAft>
                <a:spcPts val="0"/>
              </a:spcAft>
              <a:buSzPts val="1980"/>
              <a:buChar char="▪"/>
            </a:pPr>
            <a:r>
              <a:rPr lang="en-US"/>
              <a:t>Make 5 sentences from ‘in’, ‘on’, and ‘at’ each and practice. </a:t>
            </a:r>
            <a:endParaRPr/>
          </a:p>
        </p:txBody>
      </p:sp>
      <p:pic>
        <p:nvPicPr>
          <p:cNvPr id="380" name="Google Shape;380;p6"/>
          <p:cNvPicPr preferRelativeResize="0"/>
          <p:nvPr/>
        </p:nvPicPr>
        <p:blipFill rotWithShape="1">
          <a:blip r:embed="rId3">
            <a:alphaModFix/>
          </a:blip>
          <a:srcRect b="0" l="0" r="0" t="0"/>
          <a:stretch/>
        </p:blipFill>
        <p:spPr>
          <a:xfrm>
            <a:off x="11125480" y="0"/>
            <a:ext cx="949979" cy="428199"/>
          </a:xfrm>
          <a:prstGeom prst="rect">
            <a:avLst/>
          </a:prstGeom>
          <a:noFill/>
          <a:ln>
            <a:noFill/>
          </a:ln>
        </p:spPr>
      </p:pic>
      <p:pic>
        <p:nvPicPr>
          <p:cNvPr id="381" name="Google Shape;381;p6"/>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5" name="Shape 385"/>
        <p:cNvGrpSpPr/>
        <p:nvPr/>
      </p:nvGrpSpPr>
      <p:grpSpPr>
        <a:xfrm>
          <a:off x="0" y="0"/>
          <a:ext cx="0" cy="0"/>
          <a:chOff x="0" y="0"/>
          <a:chExt cx="0" cy="0"/>
        </a:xfrm>
      </p:grpSpPr>
      <p:sp>
        <p:nvSpPr>
          <p:cNvPr id="386" name="Google Shape;386;g2980ed781cc_0_0"/>
          <p:cNvSpPr txBox="1"/>
          <p:nvPr>
            <p:ph type="title"/>
          </p:nvPr>
        </p:nvSpPr>
        <p:spPr>
          <a:xfrm>
            <a:off x="6760901" y="2848925"/>
            <a:ext cx="3169800" cy="12573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000000"/>
              </a:buClr>
              <a:buSzPts val="1800"/>
              <a:buFont typeface="Arial"/>
              <a:buNone/>
            </a:pPr>
            <a:r>
              <a:rPr b="1" lang="en-US" sz="3000">
                <a:solidFill>
                  <a:schemeClr val="lt1"/>
                </a:solidFill>
                <a:latin typeface="Open Sans"/>
                <a:ea typeface="Open Sans"/>
                <a:cs typeface="Open Sans"/>
                <a:sym typeface="Open Sans"/>
              </a:rPr>
              <a:t>How to talk about position </a:t>
            </a:r>
            <a:endParaRPr b="1" sz="3000">
              <a:solidFill>
                <a:schemeClr val="lt1"/>
              </a:solidFill>
              <a:latin typeface="Open Sans"/>
              <a:ea typeface="Open Sans"/>
              <a:cs typeface="Open Sans"/>
              <a:sym typeface="Open Sans"/>
            </a:endParaRPr>
          </a:p>
          <a:p>
            <a:pPr indent="0" lvl="0" marL="0" marR="0" rtl="0" algn="l">
              <a:lnSpc>
                <a:spcPct val="115000"/>
              </a:lnSpc>
              <a:spcBef>
                <a:spcPts val="0"/>
              </a:spcBef>
              <a:spcAft>
                <a:spcPts val="0"/>
              </a:spcAft>
              <a:buClr>
                <a:srgbClr val="000000"/>
              </a:buClr>
              <a:buSzPts val="1800"/>
              <a:buFont typeface="Arial"/>
              <a:buNone/>
            </a:pPr>
            <a:r>
              <a:rPr b="1" lang="en-US" sz="3000">
                <a:solidFill>
                  <a:schemeClr val="lt1"/>
                </a:solidFill>
                <a:latin typeface="Open Sans"/>
                <a:ea typeface="Open Sans"/>
                <a:cs typeface="Open Sans"/>
                <a:sym typeface="Open Sans"/>
              </a:rPr>
              <a:t>and quantities in English (</a:t>
            </a:r>
            <a:r>
              <a:rPr b="1" i="0" lang="en-US" sz="3000" u="none" cap="none" strike="noStrike">
                <a:solidFill>
                  <a:schemeClr val="lt1"/>
                </a:solidFill>
                <a:latin typeface="Arial"/>
                <a:ea typeface="Arial"/>
                <a:cs typeface="Arial"/>
                <a:sym typeface="Arial"/>
              </a:rPr>
              <a:t>some, a lot of, many, </a:t>
            </a:r>
            <a:endParaRPr b="1" i="0" sz="3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1" i="0" lang="en-US" sz="3000" u="none" cap="none" strike="noStrike">
                <a:solidFill>
                  <a:schemeClr val="lt1"/>
                </a:solidFill>
                <a:latin typeface="Arial"/>
                <a:ea typeface="Arial"/>
                <a:cs typeface="Arial"/>
                <a:sym typeface="Arial"/>
              </a:rPr>
              <a:t>much, few, little, enough, , aren’t</a:t>
            </a:r>
            <a:endParaRPr b="1" i="0" sz="3000" u="none"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1" i="0" lang="en-US" sz="3000" u="none" cap="none" strike="noStrike">
                <a:solidFill>
                  <a:schemeClr val="lt1"/>
                </a:solidFill>
                <a:latin typeface="Arial"/>
                <a:ea typeface="Arial"/>
                <a:cs typeface="Arial"/>
                <a:sym typeface="Arial"/>
              </a:rPr>
              <a:t>and isn’t, is there?, are there?)</a:t>
            </a:r>
            <a:endParaRPr sz="3000"/>
          </a:p>
        </p:txBody>
      </p:sp>
      <p:pic>
        <p:nvPicPr>
          <p:cNvPr id="387" name="Google Shape;387;g2980ed781cc_0_0"/>
          <p:cNvPicPr preferRelativeResize="0"/>
          <p:nvPr/>
        </p:nvPicPr>
        <p:blipFill rotWithShape="1">
          <a:blip r:embed="rId4">
            <a:alphaModFix/>
          </a:blip>
          <a:srcRect b="0" l="0" r="0" t="0"/>
          <a:stretch/>
        </p:blipFill>
        <p:spPr>
          <a:xfrm>
            <a:off x="11282395" y="0"/>
            <a:ext cx="909283" cy="409856"/>
          </a:xfrm>
          <a:prstGeom prst="rect">
            <a:avLst/>
          </a:prstGeom>
          <a:noFill/>
          <a:ln>
            <a:noFill/>
          </a:ln>
        </p:spPr>
      </p:pic>
      <p:sp>
        <p:nvSpPr>
          <p:cNvPr id="388" name="Google Shape;388;g2980ed781cc_0_0"/>
          <p:cNvSpPr txBox="1"/>
          <p:nvPr/>
        </p:nvSpPr>
        <p:spPr>
          <a:xfrm>
            <a:off x="1224700" y="2942150"/>
            <a:ext cx="2786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rgbClr val="FEFEFE"/>
                </a:solidFill>
                <a:latin typeface="Rockwell"/>
                <a:ea typeface="Rockwell"/>
                <a:cs typeface="Rockwell"/>
                <a:sym typeface="Rockwell"/>
              </a:rPr>
              <a:t>Now let’s talk about………..</a:t>
            </a:r>
            <a:endParaRPr sz="2400">
              <a:solidFill>
                <a:srgbClr val="FEFEFE"/>
              </a:solidFill>
              <a:latin typeface="Rockwell"/>
              <a:ea typeface="Rockwell"/>
              <a:cs typeface="Rockwell"/>
              <a:sym typeface="Rockwell"/>
            </a:endParaRPr>
          </a:p>
        </p:txBody>
      </p:sp>
      <p:pic>
        <p:nvPicPr>
          <p:cNvPr id="389" name="Google Shape;389;g2980ed781cc_0_0"/>
          <p:cNvPicPr preferRelativeResize="0"/>
          <p:nvPr/>
        </p:nvPicPr>
        <p:blipFill>
          <a:blip r:embed="rId5">
            <a:alphaModFix/>
          </a:blip>
          <a:stretch>
            <a:fillRect/>
          </a:stretch>
        </p:blipFill>
        <p:spPr>
          <a:xfrm>
            <a:off x="-96750" y="0"/>
            <a:ext cx="1321456" cy="923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2980ed781cc_0_5"/>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600"/>
              <a:buFont typeface="Arial"/>
              <a:buNone/>
            </a:pPr>
            <a:r>
              <a:rPr b="1" i="0" lang="en-US">
                <a:solidFill>
                  <a:schemeClr val="lt1"/>
                </a:solidFill>
                <a:latin typeface="Arial"/>
                <a:ea typeface="Arial"/>
                <a:cs typeface="Arial"/>
                <a:sym typeface="Arial"/>
              </a:rPr>
              <a:t>Topic: Position and Quantities</a:t>
            </a:r>
            <a:br>
              <a:rPr b="1" i="0" lang="en-US">
                <a:solidFill>
                  <a:schemeClr val="lt1"/>
                </a:solidFill>
                <a:latin typeface="Arial"/>
                <a:ea typeface="Arial"/>
                <a:cs typeface="Arial"/>
                <a:sym typeface="Arial"/>
              </a:rPr>
            </a:br>
            <a:endParaRPr/>
          </a:p>
        </p:txBody>
      </p:sp>
      <p:sp>
        <p:nvSpPr>
          <p:cNvPr id="395" name="Google Shape;395;g2980ed781cc_0_5"/>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63855" lvl="0" marL="342900" rtl="0" algn="l">
              <a:lnSpc>
                <a:spcPct val="110000"/>
              </a:lnSpc>
              <a:spcBef>
                <a:spcPts val="0"/>
              </a:spcBef>
              <a:spcAft>
                <a:spcPts val="0"/>
              </a:spcAft>
              <a:buClr>
                <a:schemeClr val="dk1"/>
              </a:buClr>
              <a:buSzPts val="2400"/>
              <a:buChar char="▪"/>
            </a:pPr>
            <a:r>
              <a:rPr b="0" i="0" lang="en-US" sz="2400">
                <a:latin typeface="Arial"/>
                <a:ea typeface="Arial"/>
                <a:cs typeface="Arial"/>
                <a:sym typeface="Arial"/>
              </a:rPr>
              <a:t>1. Some</a:t>
            </a:r>
            <a:endParaRPr sz="2400"/>
          </a:p>
          <a:p>
            <a:pPr indent="-363855" lvl="0" marL="342900" rtl="0" algn="l">
              <a:lnSpc>
                <a:spcPct val="110000"/>
              </a:lnSpc>
              <a:spcBef>
                <a:spcPts val="1025"/>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 small amount or number.</a:t>
            </a:r>
            <a:endParaRPr sz="2400"/>
          </a:p>
          <a:p>
            <a:pPr indent="-363855" lvl="0" marL="342900" rtl="0" algn="l">
              <a:lnSpc>
                <a:spcPct val="110000"/>
              </a:lnSpc>
              <a:spcBef>
                <a:spcPts val="1025"/>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63855" lvl="0" marL="342900" rtl="0" algn="l">
              <a:lnSpc>
                <a:spcPct val="110000"/>
              </a:lnSpc>
              <a:spcBef>
                <a:spcPts val="1025"/>
              </a:spcBef>
              <a:spcAft>
                <a:spcPts val="0"/>
              </a:spcAft>
              <a:buClr>
                <a:schemeClr val="dk1"/>
              </a:buClr>
              <a:buSzPts val="2400"/>
              <a:buFont typeface="Arial"/>
              <a:buAutoNum type="arabicPeriod"/>
            </a:pPr>
            <a:r>
              <a:rPr b="0" i="0" lang="en-US" sz="2400">
                <a:latin typeface="Arial"/>
                <a:ea typeface="Arial"/>
                <a:cs typeface="Arial"/>
                <a:sym typeface="Arial"/>
              </a:rPr>
              <a:t>I have some apples in my bag.</a:t>
            </a:r>
            <a:endParaRPr sz="2400"/>
          </a:p>
          <a:p>
            <a:pPr indent="-363855" lvl="0" marL="342900" rtl="0" algn="l">
              <a:lnSpc>
                <a:spcPct val="110000"/>
              </a:lnSpc>
              <a:spcBef>
                <a:spcPts val="1025"/>
              </a:spcBef>
              <a:spcAft>
                <a:spcPts val="0"/>
              </a:spcAft>
              <a:buClr>
                <a:schemeClr val="dk1"/>
              </a:buClr>
              <a:buSzPts val="2400"/>
              <a:buFont typeface="Arial"/>
              <a:buAutoNum type="arabicPeriod"/>
            </a:pPr>
            <a:r>
              <a:rPr b="0" i="0" lang="en-US" sz="2400">
                <a:latin typeface="Arial"/>
                <a:ea typeface="Arial"/>
                <a:cs typeface="Arial"/>
                <a:sym typeface="Arial"/>
              </a:rPr>
              <a:t>Can I have some milk, please?</a:t>
            </a:r>
            <a:endParaRPr sz="2400"/>
          </a:p>
          <a:p>
            <a:pPr indent="-363855" lvl="0" marL="342900" rtl="0" algn="l">
              <a:lnSpc>
                <a:spcPct val="110000"/>
              </a:lnSpc>
              <a:spcBef>
                <a:spcPts val="1025"/>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63855" lvl="0" marL="342900" rtl="0" algn="l">
              <a:lnSpc>
                <a:spcPct val="110000"/>
              </a:lnSpc>
              <a:spcBef>
                <a:spcPts val="1025"/>
              </a:spcBef>
              <a:spcAft>
                <a:spcPts val="0"/>
              </a:spcAft>
              <a:buClr>
                <a:schemeClr val="dk1"/>
              </a:buClr>
              <a:buSzPts val="2400"/>
              <a:buFont typeface="Arial"/>
              <a:buAutoNum type="arabicPeriod"/>
            </a:pPr>
            <a:r>
              <a:rPr b="0" i="0" lang="en-US" sz="2400">
                <a:latin typeface="Arial"/>
                <a:ea typeface="Arial"/>
                <a:cs typeface="Arial"/>
                <a:sym typeface="Arial"/>
              </a:rPr>
              <a:t>Some books are on the table.</a:t>
            </a:r>
            <a:endParaRPr sz="2400"/>
          </a:p>
          <a:p>
            <a:pPr indent="-363855" lvl="0" marL="342900" rtl="0" algn="l">
              <a:lnSpc>
                <a:spcPct val="110000"/>
              </a:lnSpc>
              <a:spcBef>
                <a:spcPts val="1025"/>
              </a:spcBef>
              <a:spcAft>
                <a:spcPts val="0"/>
              </a:spcAft>
              <a:buClr>
                <a:schemeClr val="dk1"/>
              </a:buClr>
              <a:buSzPts val="2400"/>
              <a:buFont typeface="Arial"/>
              <a:buAutoNum type="arabicPeriod"/>
            </a:pPr>
            <a:r>
              <a:rPr b="0" i="0" lang="en-US" sz="2400">
                <a:latin typeface="Arial"/>
                <a:ea typeface="Arial"/>
                <a:cs typeface="Arial"/>
                <a:sym typeface="Arial"/>
              </a:rPr>
              <a:t>She has some friends in the city.</a:t>
            </a:r>
            <a:endParaRPr sz="2400"/>
          </a:p>
          <a:p>
            <a:pPr indent="-211455" lvl="0" marL="342900" rtl="0" algn="l">
              <a:lnSpc>
                <a:spcPct val="110000"/>
              </a:lnSpc>
              <a:spcBef>
                <a:spcPts val="1025"/>
              </a:spcBef>
              <a:spcAft>
                <a:spcPts val="0"/>
              </a:spcAft>
              <a:buSzPts val="1610"/>
              <a:buNone/>
            </a:pPr>
            <a:r>
              <a:t/>
            </a:r>
            <a:endParaRPr sz="2400"/>
          </a:p>
        </p:txBody>
      </p:sp>
      <p:pic>
        <p:nvPicPr>
          <p:cNvPr id="396" name="Google Shape;396;g2980ed781cc_0_5"/>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397" name="Google Shape;397;g2980ed781cc_0_5"/>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980ed781cc_0_11"/>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2. A lot of</a:t>
            </a:r>
            <a:br>
              <a:rPr b="0" i="0" lang="en-US">
                <a:latin typeface="Arial"/>
                <a:ea typeface="Arial"/>
                <a:cs typeface="Arial"/>
                <a:sym typeface="Arial"/>
              </a:rPr>
            </a:br>
            <a:endParaRPr/>
          </a:p>
        </p:txBody>
      </p:sp>
      <p:sp>
        <p:nvSpPr>
          <p:cNvPr id="403" name="Google Shape;403;g2980ed781cc_0_11"/>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Many or a large quantity.</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are a lot of birds in the sky.</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She has a lot of toys in her room.</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are a lot of cars on the street.</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He has a lot of work to do.</a:t>
            </a:r>
            <a:endParaRPr sz="2400"/>
          </a:p>
          <a:p>
            <a:pPr indent="-203765" lvl="0" marL="342900" rtl="0" algn="l">
              <a:lnSpc>
                <a:spcPct val="110000"/>
              </a:lnSpc>
              <a:spcBef>
                <a:spcPts val="1060"/>
              </a:spcBef>
              <a:spcAft>
                <a:spcPts val="0"/>
              </a:spcAft>
              <a:buSzPts val="1610"/>
              <a:buNone/>
            </a:pPr>
            <a:r>
              <a:t/>
            </a:r>
            <a:endParaRPr sz="2400"/>
          </a:p>
        </p:txBody>
      </p:sp>
      <p:pic>
        <p:nvPicPr>
          <p:cNvPr id="404" name="Google Shape;404;g2980ed781cc_0_11"/>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05" name="Google Shape;405;g2980ed781cc_0_11"/>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2980ed781cc_0_17"/>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3. Many</a:t>
            </a:r>
            <a:br>
              <a:rPr b="0" i="0" lang="en-US">
                <a:latin typeface="Arial"/>
                <a:ea typeface="Arial"/>
                <a:cs typeface="Arial"/>
                <a:sym typeface="Arial"/>
              </a:rPr>
            </a:br>
            <a:endParaRPr/>
          </a:p>
        </p:txBody>
      </p:sp>
      <p:sp>
        <p:nvSpPr>
          <p:cNvPr id="411" name="Google Shape;411;g2980ed781cc_0_17"/>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 large number of things or people.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How many students are in your class?</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are many flowers in the garden.</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Many children play in the park.</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How many books do you have?</a:t>
            </a:r>
            <a:endParaRPr sz="2400"/>
          </a:p>
          <a:p>
            <a:pPr indent="-203765" lvl="0" marL="342900" rtl="0" algn="l">
              <a:lnSpc>
                <a:spcPct val="110000"/>
              </a:lnSpc>
              <a:spcBef>
                <a:spcPts val="1060"/>
              </a:spcBef>
              <a:spcAft>
                <a:spcPts val="0"/>
              </a:spcAft>
              <a:buSzPts val="1610"/>
              <a:buNone/>
            </a:pPr>
            <a:r>
              <a:t/>
            </a:r>
            <a:endParaRPr sz="2400"/>
          </a:p>
        </p:txBody>
      </p:sp>
      <p:pic>
        <p:nvPicPr>
          <p:cNvPr id="412" name="Google Shape;412;g2980ed781cc_0_17"/>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13" name="Google Shape;413;g2980ed781cc_0_17"/>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2980ed781cc_0_23"/>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4. Much</a:t>
            </a:r>
            <a:br>
              <a:rPr b="0" i="0" lang="en-US">
                <a:latin typeface="Arial"/>
                <a:ea typeface="Arial"/>
                <a:cs typeface="Arial"/>
                <a:sym typeface="Arial"/>
              </a:rPr>
            </a:br>
            <a:endParaRPr/>
          </a:p>
        </p:txBody>
      </p:sp>
      <p:sp>
        <p:nvSpPr>
          <p:cNvPr id="419" name="Google Shape;419;g2980ed781cc_0_23"/>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 large quantity of something uncountable (like water, time).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 don't have much time today.</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isn't much water in the bottle.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How much sugar do you want in your coffee?</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isn't much food left in the fridge.</a:t>
            </a:r>
            <a:endParaRPr sz="2400"/>
          </a:p>
          <a:p>
            <a:pPr indent="-203765" lvl="0" marL="342900" rtl="0" algn="l">
              <a:lnSpc>
                <a:spcPct val="110000"/>
              </a:lnSpc>
              <a:spcBef>
                <a:spcPts val="1060"/>
              </a:spcBef>
              <a:spcAft>
                <a:spcPts val="0"/>
              </a:spcAft>
              <a:buSzPts val="1610"/>
              <a:buNone/>
            </a:pPr>
            <a:r>
              <a:t/>
            </a:r>
            <a:endParaRPr sz="2400"/>
          </a:p>
        </p:txBody>
      </p:sp>
      <p:pic>
        <p:nvPicPr>
          <p:cNvPr id="420" name="Google Shape;420;g2980ed781cc_0_23"/>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21" name="Google Shape;421;g2980ed781cc_0_23"/>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2980ed781cc_0_29"/>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5. Few</a:t>
            </a:r>
            <a:br>
              <a:rPr b="0" i="0" lang="en-US">
                <a:latin typeface="Arial"/>
                <a:ea typeface="Arial"/>
                <a:cs typeface="Arial"/>
                <a:sym typeface="Arial"/>
              </a:rPr>
            </a:br>
            <a:endParaRPr/>
          </a:p>
        </p:txBody>
      </p:sp>
      <p:sp>
        <p:nvSpPr>
          <p:cNvPr id="427" name="Google Shape;427;g2980ed781cc_0_29"/>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 small number of things or people.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are few students in the class today.</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We have a few cookies left.</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Few people attended the meeting.</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She has few pencils in her bag.</a:t>
            </a:r>
            <a:endParaRPr sz="2400"/>
          </a:p>
          <a:p>
            <a:pPr indent="-203765" lvl="0" marL="342900" rtl="0" algn="l">
              <a:lnSpc>
                <a:spcPct val="110000"/>
              </a:lnSpc>
              <a:spcBef>
                <a:spcPts val="1060"/>
              </a:spcBef>
              <a:spcAft>
                <a:spcPts val="0"/>
              </a:spcAft>
              <a:buSzPts val="1610"/>
              <a:buNone/>
            </a:pPr>
            <a:r>
              <a:t/>
            </a:r>
            <a:endParaRPr sz="2400"/>
          </a:p>
        </p:txBody>
      </p:sp>
      <p:pic>
        <p:nvPicPr>
          <p:cNvPr id="428" name="Google Shape;428;g2980ed781cc_0_29"/>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29" name="Google Shape;429;g2980ed781cc_0_29"/>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2980ed781cc_0_35"/>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6. Little</a:t>
            </a:r>
            <a:br>
              <a:rPr b="0" i="0" lang="en-US">
                <a:latin typeface="Arial"/>
                <a:ea typeface="Arial"/>
                <a:cs typeface="Arial"/>
                <a:sym typeface="Arial"/>
              </a:rPr>
            </a:br>
            <a:endParaRPr/>
          </a:p>
        </p:txBody>
      </p:sp>
      <p:sp>
        <p:nvSpPr>
          <p:cNvPr id="435" name="Google Shape;435;g2980ed781cc_0_35"/>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 small amount of something uncountable (like sugar, time).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 have little money left.</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is little milk in the jug.</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There is little time before the movie starts.</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She has little patience.</a:t>
            </a:r>
            <a:endParaRPr sz="2400"/>
          </a:p>
          <a:p>
            <a:pPr indent="-203765" lvl="0" marL="342900" rtl="0" algn="l">
              <a:lnSpc>
                <a:spcPct val="110000"/>
              </a:lnSpc>
              <a:spcBef>
                <a:spcPts val="1060"/>
              </a:spcBef>
              <a:spcAft>
                <a:spcPts val="0"/>
              </a:spcAft>
              <a:buSzPts val="1610"/>
              <a:buNone/>
            </a:pPr>
            <a:r>
              <a:t/>
            </a:r>
            <a:endParaRPr sz="2400"/>
          </a:p>
        </p:txBody>
      </p:sp>
      <p:pic>
        <p:nvPicPr>
          <p:cNvPr id="436" name="Google Shape;436;g2980ed781cc_0_35"/>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37" name="Google Shape;437;g2980ed781cc_0_35"/>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2980ed781cc_0_41"/>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7. Enough</a:t>
            </a:r>
            <a:br>
              <a:rPr b="0" i="0" lang="en-US">
                <a:latin typeface="Arial"/>
                <a:ea typeface="Arial"/>
                <a:cs typeface="Arial"/>
                <a:sym typeface="Arial"/>
              </a:rPr>
            </a:br>
            <a:endParaRPr/>
          </a:p>
        </p:txBody>
      </p:sp>
      <p:sp>
        <p:nvSpPr>
          <p:cNvPr id="443" name="Google Shape;443;g2980ed781cc_0_41"/>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Sufficient quantity or degree.</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Is this cake enough for everyone?</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 have enough money for the trip.</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She has enough clothes for the trip.</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Do you have enough time to finish the task?</a:t>
            </a:r>
            <a:endParaRPr sz="2400"/>
          </a:p>
          <a:p>
            <a:pPr indent="-203765" lvl="0" marL="342900" rtl="0" algn="l">
              <a:lnSpc>
                <a:spcPct val="110000"/>
              </a:lnSpc>
              <a:spcBef>
                <a:spcPts val="1060"/>
              </a:spcBef>
              <a:spcAft>
                <a:spcPts val="0"/>
              </a:spcAft>
              <a:buSzPts val="1610"/>
              <a:buNone/>
            </a:pPr>
            <a:r>
              <a:t/>
            </a:r>
            <a:endParaRPr sz="2400"/>
          </a:p>
        </p:txBody>
      </p:sp>
      <p:pic>
        <p:nvPicPr>
          <p:cNvPr id="444" name="Google Shape;444;g2980ed781cc_0_41"/>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45" name="Google Shape;445;g2980ed781cc_0_41"/>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2980ed781cc_0_47"/>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8. Aren't and Isn't</a:t>
            </a:r>
            <a:br>
              <a:rPr b="0" i="0" lang="en-US">
                <a:latin typeface="Arial"/>
                <a:ea typeface="Arial"/>
                <a:cs typeface="Arial"/>
                <a:sym typeface="Arial"/>
              </a:rPr>
            </a:br>
            <a:endParaRPr/>
          </a:p>
        </p:txBody>
      </p:sp>
      <p:sp>
        <p:nvSpPr>
          <p:cNvPr id="451" name="Google Shape;451;g2980ed781cc_0_47"/>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Contraction for "are not" and "is not".</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They aren't coming to the party.</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She isn't feeling well today.</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We aren't going to the beach tomorrow.</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He isn't interested in playing video games.</a:t>
            </a:r>
            <a:endParaRPr sz="2400"/>
          </a:p>
          <a:p>
            <a:pPr indent="-203765" lvl="0" marL="342900" rtl="0" algn="l">
              <a:lnSpc>
                <a:spcPct val="110000"/>
              </a:lnSpc>
              <a:spcBef>
                <a:spcPts val="1060"/>
              </a:spcBef>
              <a:spcAft>
                <a:spcPts val="0"/>
              </a:spcAft>
              <a:buSzPts val="1610"/>
              <a:buNone/>
            </a:pPr>
            <a:r>
              <a:t/>
            </a:r>
            <a:endParaRPr sz="2400"/>
          </a:p>
        </p:txBody>
      </p:sp>
      <p:pic>
        <p:nvPicPr>
          <p:cNvPr id="452" name="Google Shape;452;g2980ed781cc_0_47"/>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53" name="Google Shape;453;g2980ed781cc_0_47"/>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2980ed781cc_0_53"/>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9. Is there?</a:t>
            </a:r>
            <a:br>
              <a:rPr b="0" i="0" lang="en-US">
                <a:latin typeface="Arial"/>
                <a:ea typeface="Arial"/>
                <a:cs typeface="Arial"/>
                <a:sym typeface="Arial"/>
              </a:rPr>
            </a:br>
            <a:endParaRPr/>
          </a:p>
        </p:txBody>
      </p:sp>
      <p:sp>
        <p:nvSpPr>
          <p:cNvPr id="459" name="Google Shape;459;g2980ed781cc_0_53"/>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Asking if something exists or is present.</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Is there a park here?</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Is there any coffee left in the pot?</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Is there a supermarket in this neighborhood?</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Is there a doctor in the hospital right now?</a:t>
            </a:r>
            <a:endParaRPr sz="2400"/>
          </a:p>
          <a:p>
            <a:pPr indent="-203765" lvl="0" marL="342900" rtl="0" algn="l">
              <a:lnSpc>
                <a:spcPct val="110000"/>
              </a:lnSpc>
              <a:spcBef>
                <a:spcPts val="1060"/>
              </a:spcBef>
              <a:spcAft>
                <a:spcPts val="0"/>
              </a:spcAft>
              <a:buSzPts val="1610"/>
              <a:buNone/>
            </a:pPr>
            <a:r>
              <a:t/>
            </a:r>
            <a:endParaRPr sz="2400"/>
          </a:p>
        </p:txBody>
      </p:sp>
      <p:pic>
        <p:nvPicPr>
          <p:cNvPr id="460" name="Google Shape;460;g2980ed781cc_0_53"/>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61" name="Google Shape;461;g2980ed781cc_0_53"/>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g2980ed781cc_0_59"/>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0" i="0" lang="en-US">
                <a:latin typeface="Arial"/>
                <a:ea typeface="Arial"/>
                <a:cs typeface="Arial"/>
                <a:sym typeface="Arial"/>
              </a:rPr>
              <a:t>10. Are there?</a:t>
            </a:r>
            <a:br>
              <a:rPr b="0" i="0" lang="en-US">
                <a:latin typeface="Arial"/>
                <a:ea typeface="Arial"/>
                <a:cs typeface="Arial"/>
                <a:sym typeface="Arial"/>
              </a:rPr>
            </a:br>
            <a:endParaRPr/>
          </a:p>
        </p:txBody>
      </p:sp>
      <p:sp>
        <p:nvSpPr>
          <p:cNvPr id="467" name="Google Shape;467;g2980ed781cc_0_59"/>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1" i="0" lang="en-US" sz="2400">
                <a:latin typeface="Arial"/>
                <a:ea typeface="Arial"/>
                <a:cs typeface="Arial"/>
                <a:sym typeface="Arial"/>
              </a:rPr>
              <a:t>Meaning:</a:t>
            </a:r>
            <a:r>
              <a:rPr b="0" i="0" lang="en-US" sz="2400">
                <a:latin typeface="Arial"/>
                <a:ea typeface="Arial"/>
                <a:cs typeface="Arial"/>
                <a:sym typeface="Arial"/>
              </a:rPr>
              <a:t> Asking if multiple things or people exist or are present.</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Sentences: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Are there any apples in the fridge?</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Are there many students in your class?</a:t>
            </a:r>
            <a:endParaRPr sz="2400"/>
          </a:p>
          <a:p>
            <a:pPr indent="-356165" lvl="0" marL="342900" rtl="0" algn="l">
              <a:lnSpc>
                <a:spcPct val="110000"/>
              </a:lnSpc>
              <a:spcBef>
                <a:spcPts val="1060"/>
              </a:spcBef>
              <a:spcAft>
                <a:spcPts val="0"/>
              </a:spcAft>
              <a:buClr>
                <a:schemeClr val="dk1"/>
              </a:buClr>
              <a:buSzPts val="2400"/>
              <a:buChar char="▪"/>
            </a:pPr>
            <a:r>
              <a:rPr b="1" i="0" lang="en-US" sz="2400">
                <a:latin typeface="Arial"/>
                <a:ea typeface="Arial"/>
                <a:cs typeface="Arial"/>
                <a:sym typeface="Arial"/>
              </a:rPr>
              <a:t>Examples:</a:t>
            </a:r>
            <a:endParaRPr b="0" i="0" sz="2400">
              <a:latin typeface="Arial"/>
              <a:ea typeface="Arial"/>
              <a:cs typeface="Arial"/>
              <a:sym typeface="Arial"/>
            </a:endParaRPr>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Are there any books on the shelf?</a:t>
            </a:r>
            <a:endParaRPr sz="2400"/>
          </a:p>
          <a:p>
            <a:pPr indent="-356165" lvl="0" marL="342900" rtl="0" algn="l">
              <a:lnSpc>
                <a:spcPct val="110000"/>
              </a:lnSpc>
              <a:spcBef>
                <a:spcPts val="1060"/>
              </a:spcBef>
              <a:spcAft>
                <a:spcPts val="0"/>
              </a:spcAft>
              <a:buClr>
                <a:schemeClr val="dk1"/>
              </a:buClr>
              <a:buSzPts val="2400"/>
              <a:buFont typeface="Arial"/>
              <a:buAutoNum type="arabicPeriod"/>
            </a:pPr>
            <a:r>
              <a:rPr b="0" i="0" lang="en-US" sz="2400">
                <a:latin typeface="Arial"/>
                <a:ea typeface="Arial"/>
                <a:cs typeface="Arial"/>
                <a:sym typeface="Arial"/>
              </a:rPr>
              <a:t>Are there many cars in the parking lot?</a:t>
            </a:r>
            <a:endParaRPr sz="2400"/>
          </a:p>
          <a:p>
            <a:pPr indent="-203765" lvl="0" marL="342900" rtl="0" algn="l">
              <a:lnSpc>
                <a:spcPct val="110000"/>
              </a:lnSpc>
              <a:spcBef>
                <a:spcPts val="1060"/>
              </a:spcBef>
              <a:spcAft>
                <a:spcPts val="0"/>
              </a:spcAft>
              <a:buSzPts val="1610"/>
              <a:buNone/>
            </a:pPr>
            <a:r>
              <a:t/>
            </a:r>
            <a:endParaRPr sz="2400"/>
          </a:p>
        </p:txBody>
      </p:sp>
      <p:pic>
        <p:nvPicPr>
          <p:cNvPr id="468" name="Google Shape;468;g2980ed781cc_0_59"/>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69" name="Google Shape;469;g2980ed781cc_0_59"/>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2980ed781cc_0_65"/>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i="0" lang="en-US">
                <a:latin typeface="Arial"/>
                <a:ea typeface="Arial"/>
                <a:cs typeface="Arial"/>
                <a:sym typeface="Arial"/>
              </a:rPr>
              <a:t>Summary:</a:t>
            </a:r>
            <a:br>
              <a:rPr b="1" i="0" lang="en-US">
                <a:latin typeface="Arial"/>
                <a:ea typeface="Arial"/>
                <a:cs typeface="Arial"/>
                <a:sym typeface="Arial"/>
              </a:rPr>
            </a:br>
            <a:endParaRPr/>
          </a:p>
        </p:txBody>
      </p:sp>
      <p:sp>
        <p:nvSpPr>
          <p:cNvPr id="475" name="Google Shape;475;g2980ed781cc_0_65"/>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356165" lvl="0" marL="342900" rtl="0" algn="l">
              <a:lnSpc>
                <a:spcPct val="110000"/>
              </a:lnSpc>
              <a:spcBef>
                <a:spcPts val="0"/>
              </a:spcBef>
              <a:spcAft>
                <a:spcPts val="0"/>
              </a:spcAft>
              <a:buClr>
                <a:schemeClr val="dk1"/>
              </a:buClr>
              <a:buSzPts val="2400"/>
              <a:buChar char="▪"/>
            </a:pPr>
            <a:r>
              <a:rPr b="0" i="0" lang="en-US" sz="2400">
                <a:latin typeface="Arial"/>
                <a:ea typeface="Arial"/>
                <a:cs typeface="Arial"/>
                <a:sym typeface="Arial"/>
              </a:rPr>
              <a:t>In this lesson, we learned how to talk about position and quantities in English. We covered words like 'some', 'a lot of', 'many', 'much', 'few', 'little', 'enough', 'aren't', 'isn't', 'is there?', and 'are there?'. Practice using these words in sentences to improve your English communication skills.</a:t>
            </a:r>
            <a:endParaRPr sz="2400"/>
          </a:p>
          <a:p>
            <a:pPr indent="-203765" lvl="0" marL="342900" rtl="0" algn="l">
              <a:lnSpc>
                <a:spcPct val="110000"/>
              </a:lnSpc>
              <a:spcBef>
                <a:spcPts val="1060"/>
              </a:spcBef>
              <a:spcAft>
                <a:spcPts val="0"/>
              </a:spcAft>
              <a:buSzPts val="1610"/>
              <a:buNone/>
            </a:pPr>
            <a:r>
              <a:t/>
            </a:r>
            <a:endParaRPr sz="2400"/>
          </a:p>
        </p:txBody>
      </p:sp>
      <p:pic>
        <p:nvPicPr>
          <p:cNvPr id="476" name="Google Shape;476;g2980ed781cc_0_65"/>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77" name="Google Shape;477;g2980ed781cc_0_65"/>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32db5df1ab9_0_0"/>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483" name="Google Shape;483;g32db5df1ab9_0_0"/>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Exercise 1: Fill in the Blanks (Time)</a:t>
            </a:r>
            <a:endParaRPr b="1" sz="22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Fill in the blanks with </a:t>
            </a:r>
            <a:r>
              <a:rPr b="1" lang="en-US" sz="2000">
                <a:latin typeface="Arial"/>
                <a:ea typeface="Arial"/>
                <a:cs typeface="Arial"/>
                <a:sym typeface="Arial"/>
              </a:rPr>
              <a:t>at, on,</a:t>
            </a:r>
            <a:r>
              <a:rPr lang="en-US" sz="2000">
                <a:latin typeface="Arial"/>
                <a:ea typeface="Arial"/>
                <a:cs typeface="Arial"/>
                <a:sym typeface="Arial"/>
              </a:rPr>
              <a:t> or </a:t>
            </a:r>
            <a:r>
              <a:rPr b="1" lang="en-US" sz="2000">
                <a:latin typeface="Arial"/>
                <a:ea typeface="Arial"/>
                <a:cs typeface="Arial"/>
                <a:sym typeface="Arial"/>
              </a:rPr>
              <a:t>in</a:t>
            </a:r>
            <a:r>
              <a:rPr lang="en-US" sz="2000">
                <a:latin typeface="Arial"/>
                <a:ea typeface="Arial"/>
                <a:cs typeface="Arial"/>
                <a:sym typeface="Arial"/>
              </a:rPr>
              <a:t>:</a:t>
            </a:r>
            <a:endParaRPr sz="2000">
              <a:latin typeface="Arial"/>
              <a:ea typeface="Arial"/>
              <a:cs typeface="Arial"/>
              <a:sym typeface="Arial"/>
            </a:endParaRPr>
          </a:p>
          <a:p>
            <a:pPr indent="-355600" lvl="0" marL="457200" rtl="0" algn="l">
              <a:lnSpc>
                <a:spcPct val="115000"/>
              </a:lnSpc>
              <a:spcBef>
                <a:spcPts val="1200"/>
              </a:spcBef>
              <a:spcAft>
                <a:spcPts val="0"/>
              </a:spcAft>
              <a:buClr>
                <a:schemeClr val="dk1"/>
              </a:buClr>
              <a:buSzPts val="2000"/>
              <a:buFont typeface="Arial"/>
              <a:buAutoNum type="arabicPeriod"/>
            </a:pPr>
            <a:r>
              <a:rPr lang="en-US" sz="2000">
                <a:latin typeface="Arial"/>
                <a:ea typeface="Arial"/>
                <a:cs typeface="Arial"/>
                <a:sym typeface="Arial"/>
              </a:rPr>
              <a:t>We will meet ___ 5 PM.</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My birthday is ___ Monday.</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The train arrives ___ the morning.</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The concert is ___ December 25th.</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I love studying ___ night.</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The festival takes place ___ August.</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The shop opens ___ 9 AM.</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I was born ___ 2005.</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The exam is scheduled ___ Friday morning.</a:t>
            </a:r>
            <a:endParaRPr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Font typeface="Arial"/>
              <a:buAutoNum type="arabicPeriod"/>
            </a:pPr>
            <a:r>
              <a:rPr lang="en-US" sz="2000">
                <a:latin typeface="Arial"/>
                <a:ea typeface="Arial"/>
                <a:cs typeface="Arial"/>
                <a:sym typeface="Arial"/>
              </a:rPr>
              <a:t>He always visits his grandmother ___ weekends.</a:t>
            </a:r>
            <a:endParaRPr sz="2000">
              <a:latin typeface="Arial"/>
              <a:ea typeface="Arial"/>
              <a:cs typeface="Arial"/>
              <a:sym typeface="Arial"/>
            </a:endParaRPr>
          </a:p>
        </p:txBody>
      </p:sp>
      <p:pic>
        <p:nvPicPr>
          <p:cNvPr id="484" name="Google Shape;484;g32db5df1ab9_0_0"/>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85" name="Google Shape;485;g32db5df1ab9_0_0"/>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2db5df1ab9_0_7"/>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491" name="Google Shape;491;g32db5df1ab9_0_7"/>
          <p:cNvSpPr txBox="1"/>
          <p:nvPr>
            <p:ph idx="1" type="body"/>
          </p:nvPr>
        </p:nvSpPr>
        <p:spPr>
          <a:xfrm>
            <a:off x="5118447" y="803186"/>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fontScale="92500" lnSpcReduction="10000"/>
          </a:bodyPr>
          <a:lstStyle/>
          <a:p>
            <a:pPr indent="0" lvl="0" marL="0" rtl="0" algn="l">
              <a:lnSpc>
                <a:spcPct val="115000"/>
              </a:lnSpc>
              <a:spcBef>
                <a:spcPts val="1400"/>
              </a:spcBef>
              <a:spcAft>
                <a:spcPts val="0"/>
              </a:spcAft>
              <a:buNone/>
            </a:pPr>
            <a:r>
              <a:rPr b="1" lang="en-US" sz="2600">
                <a:latin typeface="Arial"/>
                <a:ea typeface="Arial"/>
                <a:cs typeface="Arial"/>
                <a:sym typeface="Arial"/>
              </a:rPr>
              <a:t>Exercise 2: Fill in the Blanks (Place)</a:t>
            </a:r>
            <a:endParaRPr b="1" sz="2600">
              <a:latin typeface="Arial"/>
              <a:ea typeface="Arial"/>
              <a:cs typeface="Arial"/>
              <a:sym typeface="Arial"/>
            </a:endParaRPr>
          </a:p>
          <a:p>
            <a:pPr indent="0" lvl="0" marL="0" rtl="0" algn="l">
              <a:lnSpc>
                <a:spcPct val="115000"/>
              </a:lnSpc>
              <a:spcBef>
                <a:spcPts val="1200"/>
              </a:spcBef>
              <a:spcAft>
                <a:spcPts val="0"/>
              </a:spcAft>
              <a:buNone/>
            </a:pPr>
            <a:r>
              <a:rPr lang="en-US" sz="2400">
                <a:latin typeface="Arial"/>
                <a:ea typeface="Arial"/>
                <a:cs typeface="Arial"/>
                <a:sym typeface="Arial"/>
              </a:rPr>
              <a:t>Use </a:t>
            </a:r>
            <a:r>
              <a:rPr b="1" lang="en-US" sz="2400">
                <a:latin typeface="Arial"/>
                <a:ea typeface="Arial"/>
                <a:cs typeface="Arial"/>
                <a:sym typeface="Arial"/>
              </a:rPr>
              <a:t>at, on,</a:t>
            </a:r>
            <a:r>
              <a:rPr lang="en-US" sz="2400">
                <a:latin typeface="Arial"/>
                <a:ea typeface="Arial"/>
                <a:cs typeface="Arial"/>
                <a:sym typeface="Arial"/>
              </a:rPr>
              <a:t> or </a:t>
            </a:r>
            <a:r>
              <a:rPr b="1" lang="en-US" sz="2400">
                <a:latin typeface="Arial"/>
                <a:ea typeface="Arial"/>
                <a:cs typeface="Arial"/>
                <a:sym typeface="Arial"/>
              </a:rPr>
              <a:t>in</a:t>
            </a:r>
            <a:r>
              <a:rPr lang="en-US" sz="2400">
                <a:latin typeface="Arial"/>
                <a:ea typeface="Arial"/>
                <a:cs typeface="Arial"/>
                <a:sym typeface="Arial"/>
              </a:rPr>
              <a:t> correctly:</a:t>
            </a:r>
            <a:endParaRPr sz="2400">
              <a:latin typeface="Arial"/>
              <a:ea typeface="Arial"/>
              <a:cs typeface="Arial"/>
              <a:sym typeface="Arial"/>
            </a:endParaRPr>
          </a:p>
          <a:p>
            <a:pPr indent="-369570" lvl="0" marL="457200" rtl="0" algn="l">
              <a:lnSpc>
                <a:spcPct val="115000"/>
              </a:lnSpc>
              <a:spcBef>
                <a:spcPts val="1200"/>
              </a:spcBef>
              <a:spcAft>
                <a:spcPts val="0"/>
              </a:spcAft>
              <a:buClr>
                <a:schemeClr val="dk1"/>
              </a:buClr>
              <a:buSzPct val="100000"/>
              <a:buFont typeface="Arial"/>
              <a:buAutoNum type="arabicPeriod"/>
            </a:pPr>
            <a:r>
              <a:rPr lang="en-US" sz="2400">
                <a:latin typeface="Arial"/>
                <a:ea typeface="Arial"/>
                <a:cs typeface="Arial"/>
                <a:sym typeface="Arial"/>
              </a:rPr>
              <a:t>She is waiting ___ the bus stop.</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The keys are ___ the table.</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I live ___ New York.</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He is standing ___ the corner of the street.</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There’s a painting hanging ___ the wall.</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We stayed ___ a hotel during our trip.</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She is sitting ___ the chair.</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I met him ___ the airport.</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The books are kept ___ the shelf.</a:t>
            </a:r>
            <a:endParaRPr sz="2400">
              <a:latin typeface="Arial"/>
              <a:ea typeface="Arial"/>
              <a:cs typeface="Arial"/>
              <a:sym typeface="Arial"/>
            </a:endParaRPr>
          </a:p>
          <a:p>
            <a:pPr indent="-369570" lvl="0" marL="457200" rtl="0" algn="l">
              <a:lnSpc>
                <a:spcPct val="115000"/>
              </a:lnSpc>
              <a:spcBef>
                <a:spcPts val="0"/>
              </a:spcBef>
              <a:spcAft>
                <a:spcPts val="0"/>
              </a:spcAft>
              <a:buClr>
                <a:schemeClr val="dk1"/>
              </a:buClr>
              <a:buSzPct val="100000"/>
              <a:buFont typeface="Arial"/>
              <a:buAutoNum type="arabicPeriod"/>
            </a:pPr>
            <a:r>
              <a:rPr lang="en-US" sz="2400">
                <a:latin typeface="Arial"/>
                <a:ea typeface="Arial"/>
                <a:cs typeface="Arial"/>
                <a:sym typeface="Arial"/>
              </a:rPr>
              <a:t>The children are playing ___ the park.</a:t>
            </a:r>
            <a:endParaRPr sz="2400">
              <a:latin typeface="Arial"/>
              <a:ea typeface="Arial"/>
              <a:cs typeface="Arial"/>
              <a:sym typeface="Arial"/>
            </a:endParaRPr>
          </a:p>
          <a:p>
            <a:pPr indent="0" lvl="0" marL="0" rtl="0" algn="l">
              <a:lnSpc>
                <a:spcPct val="115000"/>
              </a:lnSpc>
              <a:spcBef>
                <a:spcPts val="1200"/>
              </a:spcBef>
              <a:spcAft>
                <a:spcPts val="1200"/>
              </a:spcAft>
              <a:buNone/>
            </a:pPr>
            <a:r>
              <a:rPr lang="en-US" sz="2000">
                <a:latin typeface="Arial"/>
                <a:ea typeface="Arial"/>
                <a:cs typeface="Arial"/>
                <a:sym typeface="Arial"/>
              </a:rPr>
              <a:t>.</a:t>
            </a:r>
            <a:endParaRPr sz="2000">
              <a:latin typeface="Arial"/>
              <a:ea typeface="Arial"/>
              <a:cs typeface="Arial"/>
              <a:sym typeface="Arial"/>
            </a:endParaRPr>
          </a:p>
        </p:txBody>
      </p:sp>
      <p:pic>
        <p:nvPicPr>
          <p:cNvPr id="492" name="Google Shape;492;g32db5df1ab9_0_7"/>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493" name="Google Shape;493;g32db5df1ab9_0_7"/>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2db5df1ab9_0_14"/>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499" name="Google Shape;499;g32db5df1ab9_0_14"/>
          <p:cNvSpPr txBox="1"/>
          <p:nvPr>
            <p:ph idx="1" type="body"/>
          </p:nvPr>
        </p:nvSpPr>
        <p:spPr>
          <a:xfrm>
            <a:off x="5154997" y="644811"/>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rmAutofit fontScale="25000" lnSpcReduction="20000"/>
          </a:bodyPr>
          <a:lstStyle/>
          <a:p>
            <a:pPr indent="0" lvl="0" marL="0" rtl="0" algn="l">
              <a:lnSpc>
                <a:spcPct val="115000"/>
              </a:lnSpc>
              <a:spcBef>
                <a:spcPts val="1400"/>
              </a:spcBef>
              <a:spcAft>
                <a:spcPts val="0"/>
              </a:spcAft>
              <a:buNone/>
            </a:pPr>
            <a:r>
              <a:rPr b="1" lang="en-US" sz="7143">
                <a:latin typeface="Arial"/>
                <a:ea typeface="Arial"/>
                <a:cs typeface="Arial"/>
                <a:sym typeface="Arial"/>
              </a:rPr>
              <a:t>Exercise 3: Choose the Correct Option</a:t>
            </a:r>
            <a:endParaRPr b="1" sz="7143">
              <a:latin typeface="Arial"/>
              <a:ea typeface="Arial"/>
              <a:cs typeface="Arial"/>
              <a:sym typeface="Arial"/>
            </a:endParaRPr>
          </a:p>
          <a:p>
            <a:pPr indent="0" lvl="0" marL="0" rtl="0" algn="l">
              <a:lnSpc>
                <a:spcPct val="115000"/>
              </a:lnSpc>
              <a:spcBef>
                <a:spcPts val="1200"/>
              </a:spcBef>
              <a:spcAft>
                <a:spcPts val="0"/>
              </a:spcAft>
              <a:buNone/>
            </a:pPr>
            <a:r>
              <a:rPr lang="en-US" sz="6943">
                <a:latin typeface="Arial"/>
                <a:ea typeface="Arial"/>
                <a:cs typeface="Arial"/>
                <a:sym typeface="Arial"/>
              </a:rPr>
              <a:t>Select the correct preposition (</a:t>
            </a:r>
            <a:r>
              <a:rPr b="1" lang="en-US" sz="6943">
                <a:latin typeface="Arial"/>
                <a:ea typeface="Arial"/>
                <a:cs typeface="Arial"/>
                <a:sym typeface="Arial"/>
              </a:rPr>
              <a:t>at, on, in</a:t>
            </a:r>
            <a:r>
              <a:rPr lang="en-US" sz="6943">
                <a:latin typeface="Arial"/>
                <a:ea typeface="Arial"/>
                <a:cs typeface="Arial"/>
                <a:sym typeface="Arial"/>
              </a:rPr>
              <a:t>):</a:t>
            </a:r>
            <a:endParaRPr sz="6943">
              <a:latin typeface="Arial"/>
              <a:ea typeface="Arial"/>
              <a:cs typeface="Arial"/>
              <a:sym typeface="Arial"/>
            </a:endParaRPr>
          </a:p>
          <a:p>
            <a:pPr indent="-338821" lvl="0" marL="457200" rtl="0" algn="l">
              <a:lnSpc>
                <a:spcPct val="115000"/>
              </a:lnSpc>
              <a:spcBef>
                <a:spcPts val="1200"/>
              </a:spcBef>
              <a:spcAft>
                <a:spcPts val="0"/>
              </a:spcAft>
              <a:buClr>
                <a:schemeClr val="dk1"/>
              </a:buClr>
              <a:buSzPct val="100000"/>
              <a:buFont typeface="Arial"/>
              <a:buAutoNum type="arabicPeriod"/>
            </a:pPr>
            <a:r>
              <a:rPr lang="en-US" sz="6943">
                <a:latin typeface="Arial"/>
                <a:ea typeface="Arial"/>
                <a:cs typeface="Arial"/>
                <a:sym typeface="Arial"/>
              </a:rPr>
              <a:t>She was born ___ 1999.</a:t>
            </a:r>
            <a:br>
              <a:rPr lang="en-US" sz="6943">
                <a:latin typeface="Arial"/>
                <a:ea typeface="Arial"/>
                <a:cs typeface="Arial"/>
                <a:sym typeface="Arial"/>
              </a:rPr>
            </a:br>
            <a:r>
              <a:rPr lang="en-US" sz="6943">
                <a:latin typeface="Arial"/>
                <a:ea typeface="Arial"/>
                <a:cs typeface="Arial"/>
                <a:sym typeface="Arial"/>
              </a:rPr>
              <a:t>a) at</a:t>
            </a:r>
            <a:br>
              <a:rPr lang="en-US" sz="6943">
                <a:latin typeface="Arial"/>
                <a:ea typeface="Arial"/>
                <a:cs typeface="Arial"/>
                <a:sym typeface="Arial"/>
              </a:rPr>
            </a:br>
            <a:r>
              <a:rPr lang="en-US" sz="6943">
                <a:latin typeface="Arial"/>
                <a:ea typeface="Arial"/>
                <a:cs typeface="Arial"/>
                <a:sym typeface="Arial"/>
              </a:rPr>
              <a:t>b) on</a:t>
            </a:r>
            <a:br>
              <a:rPr lang="en-US" sz="6943">
                <a:latin typeface="Arial"/>
                <a:ea typeface="Arial"/>
                <a:cs typeface="Arial"/>
                <a:sym typeface="Arial"/>
              </a:rPr>
            </a:br>
            <a:r>
              <a:rPr lang="en-US" sz="6943">
                <a:latin typeface="Arial"/>
                <a:ea typeface="Arial"/>
                <a:cs typeface="Arial"/>
                <a:sym typeface="Arial"/>
              </a:rPr>
              <a:t>c) in</a:t>
            </a:r>
            <a:endParaRPr sz="6943">
              <a:latin typeface="Arial"/>
              <a:ea typeface="Arial"/>
              <a:cs typeface="Arial"/>
              <a:sym typeface="Arial"/>
            </a:endParaRPr>
          </a:p>
          <a:p>
            <a:pPr indent="-338821" lvl="0" marL="457200" rtl="0" algn="l">
              <a:lnSpc>
                <a:spcPct val="115000"/>
              </a:lnSpc>
              <a:spcBef>
                <a:spcPts val="0"/>
              </a:spcBef>
              <a:spcAft>
                <a:spcPts val="0"/>
              </a:spcAft>
              <a:buClr>
                <a:schemeClr val="dk1"/>
              </a:buClr>
              <a:buSzPct val="100000"/>
              <a:buFont typeface="Arial"/>
              <a:buAutoNum type="arabicPeriod"/>
            </a:pPr>
            <a:r>
              <a:rPr lang="en-US" sz="6943">
                <a:latin typeface="Arial"/>
                <a:ea typeface="Arial"/>
                <a:cs typeface="Arial"/>
                <a:sym typeface="Arial"/>
              </a:rPr>
              <a:t>We will meet ___ the cafe.</a:t>
            </a:r>
            <a:br>
              <a:rPr lang="en-US" sz="6943">
                <a:latin typeface="Arial"/>
                <a:ea typeface="Arial"/>
                <a:cs typeface="Arial"/>
                <a:sym typeface="Arial"/>
              </a:rPr>
            </a:br>
            <a:r>
              <a:rPr lang="en-US" sz="6943">
                <a:latin typeface="Arial"/>
                <a:ea typeface="Arial"/>
                <a:cs typeface="Arial"/>
                <a:sym typeface="Arial"/>
              </a:rPr>
              <a:t>a) at</a:t>
            </a:r>
            <a:br>
              <a:rPr lang="en-US" sz="6943">
                <a:latin typeface="Arial"/>
                <a:ea typeface="Arial"/>
                <a:cs typeface="Arial"/>
                <a:sym typeface="Arial"/>
              </a:rPr>
            </a:br>
            <a:r>
              <a:rPr lang="en-US" sz="6943">
                <a:latin typeface="Arial"/>
                <a:ea typeface="Arial"/>
                <a:cs typeface="Arial"/>
                <a:sym typeface="Arial"/>
              </a:rPr>
              <a:t>b) on</a:t>
            </a:r>
            <a:br>
              <a:rPr lang="en-US" sz="6943">
                <a:latin typeface="Arial"/>
                <a:ea typeface="Arial"/>
                <a:cs typeface="Arial"/>
                <a:sym typeface="Arial"/>
              </a:rPr>
            </a:br>
            <a:r>
              <a:rPr lang="en-US" sz="6943">
                <a:latin typeface="Arial"/>
                <a:ea typeface="Arial"/>
                <a:cs typeface="Arial"/>
                <a:sym typeface="Arial"/>
              </a:rPr>
              <a:t>c) in</a:t>
            </a:r>
            <a:endParaRPr sz="6943">
              <a:latin typeface="Arial"/>
              <a:ea typeface="Arial"/>
              <a:cs typeface="Arial"/>
              <a:sym typeface="Arial"/>
            </a:endParaRPr>
          </a:p>
          <a:p>
            <a:pPr indent="-338821" lvl="0" marL="457200" rtl="0" algn="l">
              <a:lnSpc>
                <a:spcPct val="115000"/>
              </a:lnSpc>
              <a:spcBef>
                <a:spcPts val="0"/>
              </a:spcBef>
              <a:spcAft>
                <a:spcPts val="0"/>
              </a:spcAft>
              <a:buClr>
                <a:schemeClr val="dk1"/>
              </a:buClr>
              <a:buSzPct val="100000"/>
              <a:buFont typeface="Arial"/>
              <a:buAutoNum type="arabicPeriod"/>
            </a:pPr>
            <a:r>
              <a:rPr lang="en-US" sz="6943">
                <a:latin typeface="Arial"/>
                <a:ea typeface="Arial"/>
                <a:cs typeface="Arial"/>
                <a:sym typeface="Arial"/>
              </a:rPr>
              <a:t>The party is ___ Saturday evening.</a:t>
            </a:r>
            <a:br>
              <a:rPr lang="en-US" sz="6943">
                <a:latin typeface="Arial"/>
                <a:ea typeface="Arial"/>
                <a:cs typeface="Arial"/>
                <a:sym typeface="Arial"/>
              </a:rPr>
            </a:br>
            <a:r>
              <a:rPr lang="en-US" sz="6943">
                <a:latin typeface="Arial"/>
                <a:ea typeface="Arial"/>
                <a:cs typeface="Arial"/>
                <a:sym typeface="Arial"/>
              </a:rPr>
              <a:t>a) at</a:t>
            </a:r>
            <a:br>
              <a:rPr lang="en-US" sz="6943">
                <a:latin typeface="Arial"/>
                <a:ea typeface="Arial"/>
                <a:cs typeface="Arial"/>
                <a:sym typeface="Arial"/>
              </a:rPr>
            </a:br>
            <a:r>
              <a:rPr lang="en-US" sz="6943">
                <a:latin typeface="Arial"/>
                <a:ea typeface="Arial"/>
                <a:cs typeface="Arial"/>
                <a:sym typeface="Arial"/>
              </a:rPr>
              <a:t>b) on</a:t>
            </a:r>
            <a:br>
              <a:rPr lang="en-US" sz="6943">
                <a:latin typeface="Arial"/>
                <a:ea typeface="Arial"/>
                <a:cs typeface="Arial"/>
                <a:sym typeface="Arial"/>
              </a:rPr>
            </a:br>
            <a:r>
              <a:rPr lang="en-US" sz="6943">
                <a:latin typeface="Arial"/>
                <a:ea typeface="Arial"/>
                <a:cs typeface="Arial"/>
                <a:sym typeface="Arial"/>
              </a:rPr>
              <a:t>c) in</a:t>
            </a:r>
            <a:endParaRPr sz="6943">
              <a:latin typeface="Arial"/>
              <a:ea typeface="Arial"/>
              <a:cs typeface="Arial"/>
              <a:sym typeface="Arial"/>
            </a:endParaRPr>
          </a:p>
          <a:p>
            <a:pPr indent="-338821" lvl="0" marL="457200" rtl="0" algn="l">
              <a:lnSpc>
                <a:spcPct val="115000"/>
              </a:lnSpc>
              <a:spcBef>
                <a:spcPts val="0"/>
              </a:spcBef>
              <a:spcAft>
                <a:spcPts val="0"/>
              </a:spcAft>
              <a:buClr>
                <a:schemeClr val="dk1"/>
              </a:buClr>
              <a:buSzPct val="100000"/>
              <a:buFont typeface="Arial"/>
              <a:buAutoNum type="arabicPeriod"/>
            </a:pPr>
            <a:r>
              <a:rPr lang="en-US" sz="6943">
                <a:latin typeface="Arial"/>
                <a:ea typeface="Arial"/>
                <a:cs typeface="Arial"/>
                <a:sym typeface="Arial"/>
              </a:rPr>
              <a:t>He is ___ the bus.</a:t>
            </a:r>
            <a:br>
              <a:rPr lang="en-US" sz="6943">
                <a:latin typeface="Arial"/>
                <a:ea typeface="Arial"/>
                <a:cs typeface="Arial"/>
                <a:sym typeface="Arial"/>
              </a:rPr>
            </a:br>
            <a:r>
              <a:rPr lang="en-US" sz="6943">
                <a:latin typeface="Arial"/>
                <a:ea typeface="Arial"/>
                <a:cs typeface="Arial"/>
                <a:sym typeface="Arial"/>
              </a:rPr>
              <a:t>a) at</a:t>
            </a:r>
            <a:br>
              <a:rPr lang="en-US" sz="6943">
                <a:latin typeface="Arial"/>
                <a:ea typeface="Arial"/>
                <a:cs typeface="Arial"/>
                <a:sym typeface="Arial"/>
              </a:rPr>
            </a:br>
            <a:r>
              <a:rPr lang="en-US" sz="6943">
                <a:latin typeface="Arial"/>
                <a:ea typeface="Arial"/>
                <a:cs typeface="Arial"/>
                <a:sym typeface="Arial"/>
              </a:rPr>
              <a:t>b) on</a:t>
            </a:r>
            <a:br>
              <a:rPr lang="en-US" sz="6943">
                <a:latin typeface="Arial"/>
                <a:ea typeface="Arial"/>
                <a:cs typeface="Arial"/>
                <a:sym typeface="Arial"/>
              </a:rPr>
            </a:br>
            <a:r>
              <a:rPr lang="en-US" sz="6943">
                <a:latin typeface="Arial"/>
                <a:ea typeface="Arial"/>
                <a:cs typeface="Arial"/>
                <a:sym typeface="Arial"/>
              </a:rPr>
              <a:t>c) in</a:t>
            </a:r>
            <a:endParaRPr sz="6943">
              <a:latin typeface="Arial"/>
              <a:ea typeface="Arial"/>
              <a:cs typeface="Arial"/>
              <a:sym typeface="Arial"/>
            </a:endParaRPr>
          </a:p>
          <a:p>
            <a:pPr indent="-338821" lvl="0" marL="457200" rtl="0" algn="l">
              <a:lnSpc>
                <a:spcPct val="115000"/>
              </a:lnSpc>
              <a:spcBef>
                <a:spcPts val="0"/>
              </a:spcBef>
              <a:spcAft>
                <a:spcPts val="0"/>
              </a:spcAft>
              <a:buClr>
                <a:schemeClr val="dk1"/>
              </a:buClr>
              <a:buSzPct val="100000"/>
              <a:buFont typeface="Arial"/>
              <a:buAutoNum type="arabicPeriod"/>
            </a:pPr>
            <a:r>
              <a:rPr lang="en-US" sz="6943">
                <a:latin typeface="Arial"/>
                <a:ea typeface="Arial"/>
                <a:cs typeface="Arial"/>
                <a:sym typeface="Arial"/>
              </a:rPr>
              <a:t>I will call you ___ lunchtime.</a:t>
            </a:r>
            <a:br>
              <a:rPr lang="en-US" sz="6943">
                <a:latin typeface="Arial"/>
                <a:ea typeface="Arial"/>
                <a:cs typeface="Arial"/>
                <a:sym typeface="Arial"/>
              </a:rPr>
            </a:br>
            <a:r>
              <a:rPr lang="en-US" sz="6943">
                <a:latin typeface="Arial"/>
                <a:ea typeface="Arial"/>
                <a:cs typeface="Arial"/>
                <a:sym typeface="Arial"/>
              </a:rPr>
              <a:t>a) at</a:t>
            </a:r>
            <a:br>
              <a:rPr lang="en-US" sz="6943">
                <a:latin typeface="Arial"/>
                <a:ea typeface="Arial"/>
                <a:cs typeface="Arial"/>
                <a:sym typeface="Arial"/>
              </a:rPr>
            </a:br>
            <a:r>
              <a:rPr lang="en-US" sz="6943">
                <a:latin typeface="Arial"/>
                <a:ea typeface="Arial"/>
                <a:cs typeface="Arial"/>
                <a:sym typeface="Arial"/>
              </a:rPr>
              <a:t>b) on</a:t>
            </a:r>
            <a:br>
              <a:rPr lang="en-US" sz="6943">
                <a:latin typeface="Arial"/>
                <a:ea typeface="Arial"/>
                <a:cs typeface="Arial"/>
                <a:sym typeface="Arial"/>
              </a:rPr>
            </a:br>
            <a:r>
              <a:rPr lang="en-US" sz="6943">
                <a:latin typeface="Arial"/>
                <a:ea typeface="Arial"/>
                <a:cs typeface="Arial"/>
                <a:sym typeface="Arial"/>
              </a:rPr>
              <a:t>c) in</a:t>
            </a:r>
            <a:endParaRPr b="1" sz="8443">
              <a:latin typeface="Arial"/>
              <a:ea typeface="Arial"/>
              <a:cs typeface="Arial"/>
              <a:sym typeface="Arial"/>
            </a:endParaRPr>
          </a:p>
          <a:p>
            <a:pPr indent="0" lvl="0" marL="0" rtl="0" algn="l">
              <a:lnSpc>
                <a:spcPct val="115000"/>
              </a:lnSpc>
              <a:spcBef>
                <a:spcPts val="1200"/>
              </a:spcBef>
              <a:spcAft>
                <a:spcPts val="1200"/>
              </a:spcAft>
              <a:buNone/>
            </a:pPr>
            <a:r>
              <a:rPr lang="en-US" sz="2000">
                <a:latin typeface="Arial"/>
                <a:ea typeface="Arial"/>
                <a:cs typeface="Arial"/>
                <a:sym typeface="Arial"/>
              </a:rPr>
              <a:t>.</a:t>
            </a:r>
            <a:endParaRPr sz="2000">
              <a:latin typeface="Arial"/>
              <a:ea typeface="Arial"/>
              <a:cs typeface="Arial"/>
              <a:sym typeface="Arial"/>
            </a:endParaRPr>
          </a:p>
        </p:txBody>
      </p:sp>
      <p:pic>
        <p:nvPicPr>
          <p:cNvPr id="500" name="Google Shape;500;g32db5df1ab9_0_14"/>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501" name="Google Shape;501;g32db5df1ab9_0_14"/>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2db5df1ab9_0_21"/>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507" name="Google Shape;507;g32db5df1ab9_0_21"/>
          <p:cNvSpPr txBox="1"/>
          <p:nvPr>
            <p:ph idx="1" type="body"/>
          </p:nvPr>
        </p:nvSpPr>
        <p:spPr>
          <a:xfrm>
            <a:off x="5154997" y="644811"/>
            <a:ext cx="62820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Quantifiers Exercises</a:t>
            </a:r>
            <a:endParaRPr b="1"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(Use </a:t>
            </a:r>
            <a:r>
              <a:rPr b="1" lang="en-US">
                <a:latin typeface="Arial"/>
                <a:ea typeface="Arial"/>
                <a:cs typeface="Arial"/>
                <a:sym typeface="Arial"/>
              </a:rPr>
              <a:t>some, any, much, many, a lot of, few, little, several, each, every, both, all, none, most</a:t>
            </a:r>
            <a:r>
              <a:rPr lang="en-US">
                <a:latin typeface="Arial"/>
                <a:ea typeface="Arial"/>
                <a:cs typeface="Arial"/>
                <a:sym typeface="Arial"/>
              </a:rPr>
              <a:t> where appropriate.)</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Exercise 1: Fill in the Blanks</a:t>
            </a:r>
            <a:endParaRPr b="1" sz="20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AutoNum type="arabicPeriod"/>
            </a:pPr>
            <a:r>
              <a:rPr lang="en-US">
                <a:latin typeface="Arial"/>
                <a:ea typeface="Arial"/>
                <a:cs typeface="Arial"/>
                <a:sym typeface="Arial"/>
              </a:rPr>
              <a:t>There isn’t ___ milk left in the fridge.</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I have ___ friends in this city.</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Do you have ___ questions about the lesson?</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She has read ___ books about history.</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We don’t have ___ time to complete the project.</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There are too ___ people in the room.</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He spends ___ of his time playing video games.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___ student in the class received a textbook.</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I only have ___ money, so I can’t buy the expensive dress.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AutoNum type="arabicPeriod"/>
            </a:pPr>
            <a:r>
              <a:rPr lang="en-US">
                <a:latin typeface="Arial"/>
                <a:ea typeface="Arial"/>
                <a:cs typeface="Arial"/>
                <a:sym typeface="Arial"/>
              </a:rPr>
              <a:t>___ of my parents support my decision.</a:t>
            </a:r>
            <a:endParaRPr>
              <a:latin typeface="Arial"/>
              <a:ea typeface="Arial"/>
              <a:cs typeface="Arial"/>
              <a:sym typeface="Arial"/>
            </a:endParaRPr>
          </a:p>
        </p:txBody>
      </p:sp>
      <p:pic>
        <p:nvPicPr>
          <p:cNvPr id="508" name="Google Shape;508;g32db5df1ab9_0_21"/>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509" name="Google Shape;509;g32db5df1ab9_0_21"/>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2db5df1ab9_0_28"/>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515" name="Google Shape;515;g32db5df1ab9_0_28"/>
          <p:cNvSpPr txBox="1"/>
          <p:nvPr>
            <p:ph idx="1" type="body"/>
          </p:nvPr>
        </p:nvSpPr>
        <p:spPr>
          <a:xfrm>
            <a:off x="4862650" y="730050"/>
            <a:ext cx="69789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2900">
                <a:latin typeface="Arial"/>
                <a:ea typeface="Arial"/>
                <a:cs typeface="Arial"/>
                <a:sym typeface="Arial"/>
              </a:rPr>
              <a:t>Exercise 2: Choose the Correct Option</a:t>
            </a:r>
            <a:endParaRPr b="1" sz="2900">
              <a:latin typeface="Arial"/>
              <a:ea typeface="Arial"/>
              <a:cs typeface="Arial"/>
              <a:sym typeface="Arial"/>
            </a:endParaRPr>
          </a:p>
          <a:p>
            <a:pPr indent="-400050" lvl="0" marL="457200" rtl="0" algn="l">
              <a:lnSpc>
                <a:spcPct val="115000"/>
              </a:lnSpc>
              <a:spcBef>
                <a:spcPts val="1200"/>
              </a:spcBef>
              <a:spcAft>
                <a:spcPts val="0"/>
              </a:spcAft>
              <a:buClr>
                <a:schemeClr val="dk1"/>
              </a:buClr>
              <a:buSzPts val="2700"/>
              <a:buFont typeface="Arial"/>
              <a:buAutoNum type="arabicPeriod"/>
            </a:pPr>
            <a:r>
              <a:rPr lang="en-US" sz="2700">
                <a:latin typeface="Arial"/>
                <a:ea typeface="Arial"/>
                <a:cs typeface="Arial"/>
                <a:sym typeface="Arial"/>
              </a:rPr>
              <a:t>There are ___ apples in the basket. (much/many)</a:t>
            </a:r>
            <a:endParaRPr sz="2700">
              <a:latin typeface="Arial"/>
              <a:ea typeface="Arial"/>
              <a:cs typeface="Arial"/>
              <a:sym typeface="Arial"/>
            </a:endParaRPr>
          </a:p>
          <a:p>
            <a:pPr indent="-400050" lvl="0" marL="457200" rtl="0" algn="l">
              <a:lnSpc>
                <a:spcPct val="115000"/>
              </a:lnSpc>
              <a:spcBef>
                <a:spcPts val="0"/>
              </a:spcBef>
              <a:spcAft>
                <a:spcPts val="0"/>
              </a:spcAft>
              <a:buClr>
                <a:schemeClr val="dk1"/>
              </a:buClr>
              <a:buSzPts val="2700"/>
              <a:buFont typeface="Arial"/>
              <a:buAutoNum type="arabicPeriod"/>
            </a:pPr>
            <a:r>
              <a:rPr lang="en-US" sz="2700">
                <a:latin typeface="Arial"/>
                <a:ea typeface="Arial"/>
                <a:cs typeface="Arial"/>
                <a:sym typeface="Arial"/>
              </a:rPr>
              <a:t>He has ___ patience with children. (few/little)</a:t>
            </a:r>
            <a:endParaRPr sz="2700">
              <a:latin typeface="Arial"/>
              <a:ea typeface="Arial"/>
              <a:cs typeface="Arial"/>
              <a:sym typeface="Arial"/>
            </a:endParaRPr>
          </a:p>
          <a:p>
            <a:pPr indent="-400050" lvl="0" marL="457200" rtl="0" algn="l">
              <a:lnSpc>
                <a:spcPct val="115000"/>
              </a:lnSpc>
              <a:spcBef>
                <a:spcPts val="0"/>
              </a:spcBef>
              <a:spcAft>
                <a:spcPts val="0"/>
              </a:spcAft>
              <a:buClr>
                <a:schemeClr val="dk1"/>
              </a:buClr>
              <a:buSzPts val="2700"/>
              <a:buFont typeface="Arial"/>
              <a:buAutoNum type="arabicPeriod"/>
            </a:pPr>
            <a:r>
              <a:rPr lang="en-US" sz="2700">
                <a:latin typeface="Arial"/>
                <a:ea typeface="Arial"/>
                <a:cs typeface="Arial"/>
                <a:sym typeface="Arial"/>
              </a:rPr>
              <a:t>I don’t have ___ sugar left. (some/any)</a:t>
            </a:r>
            <a:endParaRPr sz="2700">
              <a:latin typeface="Arial"/>
              <a:ea typeface="Arial"/>
              <a:cs typeface="Arial"/>
              <a:sym typeface="Arial"/>
            </a:endParaRPr>
          </a:p>
          <a:p>
            <a:pPr indent="-400050" lvl="0" marL="457200" rtl="0" algn="l">
              <a:lnSpc>
                <a:spcPct val="115000"/>
              </a:lnSpc>
              <a:spcBef>
                <a:spcPts val="0"/>
              </a:spcBef>
              <a:spcAft>
                <a:spcPts val="0"/>
              </a:spcAft>
              <a:buClr>
                <a:schemeClr val="dk1"/>
              </a:buClr>
              <a:buSzPts val="2700"/>
              <a:buFont typeface="Arial"/>
              <a:buAutoNum type="arabicPeriod"/>
            </a:pPr>
            <a:r>
              <a:rPr lang="en-US" sz="2700">
                <a:latin typeface="Arial"/>
                <a:ea typeface="Arial"/>
                <a:cs typeface="Arial"/>
                <a:sym typeface="Arial"/>
              </a:rPr>
              <a:t>We have ___ time before the meeting starts. (a lot of/many)</a:t>
            </a:r>
            <a:endParaRPr sz="2700">
              <a:latin typeface="Arial"/>
              <a:ea typeface="Arial"/>
              <a:cs typeface="Arial"/>
              <a:sym typeface="Arial"/>
            </a:endParaRPr>
          </a:p>
          <a:p>
            <a:pPr indent="-400050" lvl="0" marL="457200" rtl="0" algn="l">
              <a:lnSpc>
                <a:spcPct val="115000"/>
              </a:lnSpc>
              <a:spcBef>
                <a:spcPts val="0"/>
              </a:spcBef>
              <a:spcAft>
                <a:spcPts val="0"/>
              </a:spcAft>
              <a:buClr>
                <a:schemeClr val="dk1"/>
              </a:buClr>
              <a:buSzPts val="2700"/>
              <a:buFont typeface="Arial"/>
              <a:buAutoNum type="arabicPeriod"/>
            </a:pPr>
            <a:r>
              <a:rPr lang="en-US" sz="2700">
                <a:latin typeface="Arial"/>
                <a:ea typeface="Arial"/>
                <a:cs typeface="Arial"/>
                <a:sym typeface="Arial"/>
              </a:rPr>
              <a:t>___ of them completed the assignment. (All/Each)</a:t>
            </a:r>
            <a:endParaRPr b="1" sz="3600">
              <a:latin typeface="Arial"/>
              <a:ea typeface="Arial"/>
              <a:cs typeface="Arial"/>
              <a:sym typeface="Arial"/>
            </a:endParaRPr>
          </a:p>
        </p:txBody>
      </p:sp>
      <p:pic>
        <p:nvPicPr>
          <p:cNvPr id="516" name="Google Shape;516;g32db5df1ab9_0_28"/>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517" name="Google Shape;517;g32db5df1ab9_0_28"/>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2db5df1ab9_0_35"/>
          <p:cNvSpPr txBox="1"/>
          <p:nvPr>
            <p:ph type="title"/>
          </p:nvPr>
        </p:nvSpPr>
        <p:spPr>
          <a:xfrm>
            <a:off x="888631" y="2349925"/>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Exercise</a:t>
            </a:r>
            <a:endParaRPr b="1">
              <a:latin typeface="Arial"/>
              <a:ea typeface="Arial"/>
              <a:cs typeface="Arial"/>
              <a:sym typeface="Arial"/>
            </a:endParaRPr>
          </a:p>
          <a:p>
            <a:pPr indent="0" lvl="0" marL="0" rtl="0" algn="ctr">
              <a:lnSpc>
                <a:spcPct val="90000"/>
              </a:lnSpc>
              <a:spcBef>
                <a:spcPts val="0"/>
              </a:spcBef>
              <a:spcAft>
                <a:spcPts val="0"/>
              </a:spcAft>
              <a:buClr>
                <a:schemeClr val="lt2"/>
              </a:buClr>
              <a:buSzPts val="4600"/>
              <a:buFont typeface="Arial"/>
              <a:buNone/>
            </a:pPr>
            <a:r>
              <a:rPr b="1" lang="en-US">
                <a:latin typeface="Arial"/>
                <a:ea typeface="Arial"/>
                <a:cs typeface="Arial"/>
                <a:sym typeface="Arial"/>
              </a:rPr>
              <a:t>Time!</a:t>
            </a:r>
            <a:br>
              <a:rPr b="1" i="0" lang="en-US">
                <a:latin typeface="Arial"/>
                <a:ea typeface="Arial"/>
                <a:cs typeface="Arial"/>
                <a:sym typeface="Arial"/>
              </a:rPr>
            </a:br>
            <a:endParaRPr/>
          </a:p>
        </p:txBody>
      </p:sp>
      <p:sp>
        <p:nvSpPr>
          <p:cNvPr id="523" name="Google Shape;523;g32db5df1ab9_0_35"/>
          <p:cNvSpPr txBox="1"/>
          <p:nvPr>
            <p:ph idx="1" type="body"/>
          </p:nvPr>
        </p:nvSpPr>
        <p:spPr>
          <a:xfrm>
            <a:off x="4862650" y="730050"/>
            <a:ext cx="69789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3100">
                <a:latin typeface="Arial"/>
                <a:ea typeface="Arial"/>
                <a:cs typeface="Arial"/>
                <a:sym typeface="Arial"/>
              </a:rPr>
              <a:t>Exercise 3: Correct the Mistakes</a:t>
            </a:r>
            <a:endParaRPr b="1" sz="3100">
              <a:latin typeface="Arial"/>
              <a:ea typeface="Arial"/>
              <a:cs typeface="Arial"/>
              <a:sym typeface="Arial"/>
            </a:endParaRPr>
          </a:p>
          <a:p>
            <a:pPr indent="0" lvl="0" marL="0" rtl="0" algn="l">
              <a:lnSpc>
                <a:spcPct val="115000"/>
              </a:lnSpc>
              <a:spcBef>
                <a:spcPts val="1200"/>
              </a:spcBef>
              <a:spcAft>
                <a:spcPts val="0"/>
              </a:spcAft>
              <a:buNone/>
            </a:pPr>
            <a:r>
              <a:rPr lang="en-US" sz="2900">
                <a:latin typeface="Arial"/>
                <a:ea typeface="Arial"/>
                <a:cs typeface="Arial"/>
                <a:sym typeface="Arial"/>
              </a:rPr>
              <a:t>Find and correct the mistakes in the following sentences:</a:t>
            </a:r>
            <a:endParaRPr sz="2900">
              <a:latin typeface="Arial"/>
              <a:ea typeface="Arial"/>
              <a:cs typeface="Arial"/>
              <a:sym typeface="Arial"/>
            </a:endParaRPr>
          </a:p>
          <a:p>
            <a:pPr indent="-412750" lvl="0" marL="457200" rtl="0" algn="l">
              <a:lnSpc>
                <a:spcPct val="115000"/>
              </a:lnSpc>
              <a:spcBef>
                <a:spcPts val="1200"/>
              </a:spcBef>
              <a:spcAft>
                <a:spcPts val="0"/>
              </a:spcAft>
              <a:buClr>
                <a:schemeClr val="dk1"/>
              </a:buClr>
              <a:buSzPts val="2900"/>
              <a:buFont typeface="Arial"/>
              <a:buAutoNum type="arabicPeriod"/>
            </a:pPr>
            <a:r>
              <a:rPr lang="en-US" sz="2900">
                <a:latin typeface="Arial"/>
                <a:ea typeface="Arial"/>
                <a:cs typeface="Arial"/>
                <a:sym typeface="Arial"/>
              </a:rPr>
              <a:t>She didn’t have some money with her.</a:t>
            </a:r>
            <a:endParaRPr sz="2900">
              <a:latin typeface="Arial"/>
              <a:ea typeface="Arial"/>
              <a:cs typeface="Arial"/>
              <a:sym typeface="Arial"/>
            </a:endParaRPr>
          </a:p>
          <a:p>
            <a:pPr indent="-412750" lvl="0" marL="457200" rtl="0" algn="l">
              <a:lnSpc>
                <a:spcPct val="115000"/>
              </a:lnSpc>
              <a:spcBef>
                <a:spcPts val="0"/>
              </a:spcBef>
              <a:spcAft>
                <a:spcPts val="0"/>
              </a:spcAft>
              <a:buClr>
                <a:schemeClr val="dk1"/>
              </a:buClr>
              <a:buSzPts val="2900"/>
              <a:buFont typeface="Arial"/>
              <a:buAutoNum type="arabicPeriod"/>
            </a:pPr>
            <a:r>
              <a:rPr lang="en-US" sz="2900">
                <a:latin typeface="Arial"/>
                <a:ea typeface="Arial"/>
                <a:cs typeface="Arial"/>
                <a:sym typeface="Arial"/>
              </a:rPr>
              <a:t>There is many information in the report.</a:t>
            </a:r>
            <a:endParaRPr sz="2900">
              <a:latin typeface="Arial"/>
              <a:ea typeface="Arial"/>
              <a:cs typeface="Arial"/>
              <a:sym typeface="Arial"/>
            </a:endParaRPr>
          </a:p>
          <a:p>
            <a:pPr indent="-412750" lvl="0" marL="457200" rtl="0" algn="l">
              <a:lnSpc>
                <a:spcPct val="115000"/>
              </a:lnSpc>
              <a:spcBef>
                <a:spcPts val="0"/>
              </a:spcBef>
              <a:spcAft>
                <a:spcPts val="0"/>
              </a:spcAft>
              <a:buClr>
                <a:schemeClr val="dk1"/>
              </a:buClr>
              <a:buSzPts val="2900"/>
              <a:buFont typeface="Arial"/>
              <a:buAutoNum type="arabicPeriod"/>
            </a:pPr>
            <a:r>
              <a:rPr lang="en-US" sz="2900">
                <a:latin typeface="Arial"/>
                <a:ea typeface="Arial"/>
                <a:cs typeface="Arial"/>
                <a:sym typeface="Arial"/>
              </a:rPr>
              <a:t>I saw little people at the concert.</a:t>
            </a:r>
            <a:endParaRPr sz="2900">
              <a:latin typeface="Arial"/>
              <a:ea typeface="Arial"/>
              <a:cs typeface="Arial"/>
              <a:sym typeface="Arial"/>
            </a:endParaRPr>
          </a:p>
          <a:p>
            <a:pPr indent="-412750" lvl="0" marL="457200" rtl="0" algn="l">
              <a:lnSpc>
                <a:spcPct val="115000"/>
              </a:lnSpc>
              <a:spcBef>
                <a:spcPts val="0"/>
              </a:spcBef>
              <a:spcAft>
                <a:spcPts val="0"/>
              </a:spcAft>
              <a:buClr>
                <a:schemeClr val="dk1"/>
              </a:buClr>
              <a:buSzPts val="2900"/>
              <a:buFont typeface="Arial"/>
              <a:buAutoNum type="arabicPeriod"/>
            </a:pPr>
            <a:r>
              <a:rPr lang="en-US" sz="2900">
                <a:latin typeface="Arial"/>
                <a:ea typeface="Arial"/>
                <a:cs typeface="Arial"/>
                <a:sym typeface="Arial"/>
              </a:rPr>
              <a:t>Every students must submit their homework.</a:t>
            </a:r>
            <a:endParaRPr sz="2900">
              <a:latin typeface="Arial"/>
              <a:ea typeface="Arial"/>
              <a:cs typeface="Arial"/>
              <a:sym typeface="Arial"/>
            </a:endParaRPr>
          </a:p>
          <a:p>
            <a:pPr indent="-412750" lvl="0" marL="457200" rtl="0" algn="l">
              <a:lnSpc>
                <a:spcPct val="115000"/>
              </a:lnSpc>
              <a:spcBef>
                <a:spcPts val="0"/>
              </a:spcBef>
              <a:spcAft>
                <a:spcPts val="0"/>
              </a:spcAft>
              <a:buClr>
                <a:schemeClr val="dk1"/>
              </a:buClr>
              <a:buSzPts val="2900"/>
              <a:buFont typeface="Arial"/>
              <a:buAutoNum type="arabicPeriod"/>
            </a:pPr>
            <a:r>
              <a:rPr lang="en-US" sz="2900">
                <a:latin typeface="Arial"/>
                <a:ea typeface="Arial"/>
                <a:cs typeface="Arial"/>
                <a:sym typeface="Arial"/>
              </a:rPr>
              <a:t>I don’t have much apples at home.</a:t>
            </a:r>
            <a:endParaRPr b="1" sz="4700">
              <a:latin typeface="Arial"/>
              <a:ea typeface="Arial"/>
              <a:cs typeface="Arial"/>
              <a:sym typeface="Arial"/>
            </a:endParaRPr>
          </a:p>
        </p:txBody>
      </p:sp>
      <p:pic>
        <p:nvPicPr>
          <p:cNvPr id="524" name="Google Shape;524;g32db5df1ab9_0_35"/>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525" name="Google Shape;525;g32db5df1ab9_0_35"/>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2db5df1ab9_0_42"/>
          <p:cNvSpPr txBox="1"/>
          <p:nvPr>
            <p:ph type="title"/>
          </p:nvPr>
        </p:nvSpPr>
        <p:spPr>
          <a:xfrm>
            <a:off x="852081" y="2544850"/>
            <a:ext cx="3498900" cy="2456400"/>
          </a:xfrm>
          <a:prstGeom prst="rect">
            <a:avLst/>
          </a:prstGeom>
          <a:noFill/>
          <a:ln>
            <a:noFill/>
          </a:ln>
          <a:effectLst>
            <a:outerShdw blurRad="25400">
              <a:srgbClr val="000000">
                <a:alpha val="45880"/>
              </a:srgbClr>
            </a:outerShdw>
          </a:effectLst>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Clr>
                <a:schemeClr val="dk1"/>
              </a:buClr>
              <a:buSzPct val="36131"/>
              <a:buFont typeface="Arial"/>
              <a:buNone/>
            </a:pPr>
            <a:r>
              <a:rPr b="1" lang="en-US" sz="3044">
                <a:solidFill>
                  <a:schemeClr val="lt1"/>
                </a:solidFill>
                <a:latin typeface="Arial"/>
                <a:ea typeface="Arial"/>
                <a:cs typeface="Arial"/>
                <a:sym typeface="Arial"/>
              </a:rPr>
              <a:t>Would You Rather? (Pair Discussion Activity)</a:t>
            </a:r>
            <a:br>
              <a:rPr b="1" lang="en-US" sz="3044">
                <a:solidFill>
                  <a:schemeClr val="lt1"/>
                </a:solidFill>
                <a:latin typeface="Arial"/>
                <a:ea typeface="Arial"/>
                <a:cs typeface="Arial"/>
                <a:sym typeface="Arial"/>
              </a:rPr>
            </a:br>
            <a:r>
              <a:rPr lang="en-US" sz="3044">
                <a:solidFill>
                  <a:schemeClr val="lt1"/>
                </a:solidFill>
                <a:latin typeface="Arial"/>
                <a:ea typeface="Arial"/>
                <a:cs typeface="Arial"/>
                <a:sym typeface="Arial"/>
              </a:rPr>
              <a:t>💬 </a:t>
            </a:r>
            <a:r>
              <a:rPr b="1" lang="en-US" sz="3044">
                <a:solidFill>
                  <a:schemeClr val="lt1"/>
                </a:solidFill>
                <a:latin typeface="Arial"/>
                <a:ea typeface="Arial"/>
                <a:cs typeface="Arial"/>
                <a:sym typeface="Arial"/>
              </a:rPr>
              <a:t>Practicing Quantifiers in Speaking</a:t>
            </a:r>
            <a:endParaRPr b="1" sz="3044">
              <a:solidFill>
                <a:schemeClr val="lt1"/>
              </a:solidFill>
              <a:latin typeface="Arial"/>
              <a:ea typeface="Arial"/>
              <a:cs typeface="Arial"/>
              <a:sym typeface="Arial"/>
            </a:endParaRPr>
          </a:p>
          <a:p>
            <a:pPr indent="0" lvl="0" marL="0" rtl="0" algn="ctr">
              <a:lnSpc>
                <a:spcPct val="90000"/>
              </a:lnSpc>
              <a:spcBef>
                <a:spcPts val="1200"/>
              </a:spcBef>
              <a:spcAft>
                <a:spcPts val="0"/>
              </a:spcAft>
              <a:buClr>
                <a:schemeClr val="lt2"/>
              </a:buClr>
              <a:buSzPct val="115000"/>
              <a:buFont typeface="Arial"/>
              <a:buNone/>
            </a:pPr>
            <a:br>
              <a:rPr b="1" i="0" lang="en-US">
                <a:latin typeface="Arial"/>
                <a:ea typeface="Arial"/>
                <a:cs typeface="Arial"/>
                <a:sym typeface="Arial"/>
              </a:rPr>
            </a:br>
            <a:endParaRPr/>
          </a:p>
        </p:txBody>
      </p:sp>
      <p:sp>
        <p:nvSpPr>
          <p:cNvPr id="531" name="Google Shape;531;g32db5df1ab9_0_42"/>
          <p:cNvSpPr txBox="1"/>
          <p:nvPr>
            <p:ph idx="1" type="body"/>
          </p:nvPr>
        </p:nvSpPr>
        <p:spPr>
          <a:xfrm>
            <a:off x="4850450" y="145350"/>
            <a:ext cx="6978900" cy="5248500"/>
          </a:xfrm>
          <a:prstGeom prst="rect">
            <a:avLst/>
          </a:prstGeom>
          <a:noFill/>
          <a:ln>
            <a:noFill/>
          </a:ln>
          <a:effectLst>
            <a:outerShdw blurRad="25400">
              <a:srgbClr val="000000">
                <a:alpha val="45880"/>
              </a:srgbClr>
            </a:outerShdw>
          </a:effectLst>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400">
                <a:latin typeface="Arial"/>
                <a:ea typeface="Arial"/>
                <a:cs typeface="Arial"/>
                <a:sym typeface="Arial"/>
              </a:rPr>
              <a:t>🎯 </a:t>
            </a:r>
            <a:r>
              <a:rPr b="1" lang="en-US" sz="1400">
                <a:latin typeface="Arial"/>
                <a:ea typeface="Arial"/>
                <a:cs typeface="Arial"/>
                <a:sym typeface="Arial"/>
              </a:rPr>
              <a:t>Objective:</a:t>
            </a:r>
            <a:endParaRPr b="1" sz="1400">
              <a:latin typeface="Arial"/>
              <a:ea typeface="Arial"/>
              <a:cs typeface="Arial"/>
              <a:sym typeface="Arial"/>
            </a:endParaRPr>
          </a:p>
          <a:p>
            <a:pPr indent="-317500" lvl="0" marL="457200" rtl="0" algn="l">
              <a:lnSpc>
                <a:spcPct val="115000"/>
              </a:lnSpc>
              <a:spcBef>
                <a:spcPts val="1200"/>
              </a:spcBef>
              <a:spcAft>
                <a:spcPts val="0"/>
              </a:spcAft>
              <a:buClr>
                <a:schemeClr val="dk1"/>
              </a:buClr>
              <a:buSzPts val="1400"/>
              <a:buFont typeface="Arial"/>
              <a:buChar char="●"/>
            </a:pPr>
            <a:r>
              <a:rPr lang="en-US" sz="1400">
                <a:latin typeface="Arial"/>
                <a:ea typeface="Arial"/>
                <a:cs typeface="Arial"/>
                <a:sym typeface="Arial"/>
              </a:rPr>
              <a:t>Practice using </a:t>
            </a:r>
            <a:r>
              <a:rPr b="1" lang="en-US" sz="1400">
                <a:latin typeface="Arial"/>
                <a:ea typeface="Arial"/>
                <a:cs typeface="Arial"/>
                <a:sym typeface="Arial"/>
              </a:rPr>
              <a:t>quantifiers</a:t>
            </a:r>
            <a:r>
              <a:rPr lang="en-US" sz="1400">
                <a:latin typeface="Arial"/>
                <a:ea typeface="Arial"/>
                <a:cs typeface="Arial"/>
                <a:sym typeface="Arial"/>
              </a:rPr>
              <a:t> (some, any, many, a few, a lot of, none, little, most, etc.) in speaking.</a:t>
            </a:r>
            <a:endParaRPr sz="1400">
              <a:latin typeface="Arial"/>
              <a:ea typeface="Arial"/>
              <a:cs typeface="Arial"/>
              <a:sym typeface="Arial"/>
            </a:endParaRPr>
          </a:p>
          <a:p>
            <a:pPr indent="-317500" lvl="0" marL="457200" rtl="0" algn="l">
              <a:lnSpc>
                <a:spcPct val="115000"/>
              </a:lnSpc>
              <a:spcBef>
                <a:spcPts val="0"/>
              </a:spcBef>
              <a:spcAft>
                <a:spcPts val="0"/>
              </a:spcAft>
              <a:buClr>
                <a:schemeClr val="dk1"/>
              </a:buClr>
              <a:buSzPts val="1400"/>
              <a:buFont typeface="Arial"/>
              <a:buChar char="●"/>
            </a:pPr>
            <a:r>
              <a:rPr lang="en-US" sz="1400">
                <a:latin typeface="Arial"/>
                <a:ea typeface="Arial"/>
                <a:cs typeface="Arial"/>
                <a:sym typeface="Arial"/>
              </a:rPr>
              <a:t>Improve fluency, decision-making, and reasoning skills.</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 </a:t>
            </a:r>
            <a:r>
              <a:rPr b="1" lang="en-US" sz="1400">
                <a:latin typeface="Arial"/>
                <a:ea typeface="Arial"/>
                <a:cs typeface="Arial"/>
                <a:sym typeface="Arial"/>
              </a:rPr>
              <a:t>Instructions:</a:t>
            </a:r>
            <a:br>
              <a:rPr b="1" lang="en-US" sz="1400">
                <a:latin typeface="Arial"/>
                <a:ea typeface="Arial"/>
                <a:cs typeface="Arial"/>
                <a:sym typeface="Arial"/>
              </a:rPr>
            </a:br>
            <a:r>
              <a:rPr lang="en-US" sz="1400">
                <a:latin typeface="Arial"/>
                <a:ea typeface="Arial"/>
                <a:cs typeface="Arial"/>
                <a:sym typeface="Arial"/>
              </a:rPr>
              <a:t>1️⃣ Pair up with a partner.</a:t>
            </a:r>
            <a:br>
              <a:rPr lang="en-US" sz="1400">
                <a:latin typeface="Arial"/>
                <a:ea typeface="Arial"/>
                <a:cs typeface="Arial"/>
                <a:sym typeface="Arial"/>
              </a:rPr>
            </a:br>
            <a:r>
              <a:rPr lang="en-US" sz="1400">
                <a:latin typeface="Arial"/>
                <a:ea typeface="Arial"/>
                <a:cs typeface="Arial"/>
                <a:sym typeface="Arial"/>
              </a:rPr>
              <a:t>2️⃣ Take turns asking and answering "Would you rather" questions.</a:t>
            </a:r>
            <a:br>
              <a:rPr lang="en-US" sz="1400">
                <a:latin typeface="Arial"/>
                <a:ea typeface="Arial"/>
                <a:cs typeface="Arial"/>
                <a:sym typeface="Arial"/>
              </a:rPr>
            </a:br>
            <a:r>
              <a:rPr lang="en-US" sz="1400">
                <a:latin typeface="Arial"/>
                <a:ea typeface="Arial"/>
                <a:cs typeface="Arial"/>
                <a:sym typeface="Arial"/>
              </a:rPr>
              <a:t>3️⃣ Use </a:t>
            </a:r>
            <a:r>
              <a:rPr b="1" lang="en-US" sz="1400">
                <a:latin typeface="Arial"/>
                <a:ea typeface="Arial"/>
                <a:cs typeface="Arial"/>
                <a:sym typeface="Arial"/>
              </a:rPr>
              <a:t>complete sentences</a:t>
            </a:r>
            <a:r>
              <a:rPr lang="en-US" sz="1400">
                <a:latin typeface="Arial"/>
                <a:ea typeface="Arial"/>
                <a:cs typeface="Arial"/>
                <a:sym typeface="Arial"/>
              </a:rPr>
              <a:t> with </a:t>
            </a:r>
            <a:r>
              <a:rPr b="1" lang="en-US" sz="1400">
                <a:latin typeface="Arial"/>
                <a:ea typeface="Arial"/>
                <a:cs typeface="Arial"/>
                <a:sym typeface="Arial"/>
              </a:rPr>
              <a:t>quantifiers</a:t>
            </a:r>
            <a:r>
              <a:rPr lang="en-US" sz="1400">
                <a:latin typeface="Arial"/>
                <a:ea typeface="Arial"/>
                <a:cs typeface="Arial"/>
                <a:sym typeface="Arial"/>
              </a:rPr>
              <a:t> in your answers.</a:t>
            </a:r>
            <a:br>
              <a:rPr lang="en-US" sz="1400">
                <a:latin typeface="Arial"/>
                <a:ea typeface="Arial"/>
                <a:cs typeface="Arial"/>
                <a:sym typeface="Arial"/>
              </a:rPr>
            </a:br>
            <a:r>
              <a:rPr lang="en-US" sz="1400">
                <a:latin typeface="Arial"/>
                <a:ea typeface="Arial"/>
                <a:cs typeface="Arial"/>
                <a:sym typeface="Arial"/>
              </a:rPr>
              <a:t>4️⃣ Justify your choice!</a:t>
            </a:r>
            <a:endParaRPr sz="1400">
              <a:latin typeface="Arial"/>
              <a:ea typeface="Arial"/>
              <a:cs typeface="Arial"/>
              <a:sym typeface="Arial"/>
            </a:endParaRPr>
          </a:p>
          <a:p>
            <a:pPr indent="0" lvl="0" marL="0" rtl="0" algn="l">
              <a:lnSpc>
                <a:spcPct val="115000"/>
              </a:lnSpc>
              <a:spcBef>
                <a:spcPts val="1200"/>
              </a:spcBef>
              <a:spcAft>
                <a:spcPts val="0"/>
              </a:spcAft>
              <a:buNone/>
            </a:pPr>
            <a:r>
              <a:rPr lang="en-US" sz="2000">
                <a:latin typeface="Arial"/>
                <a:ea typeface="Arial"/>
                <a:cs typeface="Arial"/>
                <a:sym typeface="Arial"/>
              </a:rPr>
              <a:t>❓ </a:t>
            </a:r>
            <a:r>
              <a:rPr b="1" lang="en-US" sz="2000">
                <a:latin typeface="Arial"/>
                <a:ea typeface="Arial"/>
                <a:cs typeface="Arial"/>
                <a:sym typeface="Arial"/>
              </a:rPr>
              <a:t>Would you rather…</a:t>
            </a:r>
            <a:endParaRPr b="1" sz="2000">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Font typeface="Arial"/>
              <a:buChar char="●"/>
            </a:pPr>
            <a:r>
              <a:rPr lang="en-US" sz="1700">
                <a:highlight>
                  <a:srgbClr val="FFFF00"/>
                </a:highlight>
                <a:latin typeface="Arial"/>
                <a:ea typeface="Arial"/>
                <a:cs typeface="Arial"/>
                <a:sym typeface="Arial"/>
              </a:rPr>
              <a:t>Have </a:t>
            </a:r>
            <a:r>
              <a:rPr b="1" lang="en-US" sz="1700">
                <a:highlight>
                  <a:srgbClr val="FFFF00"/>
                </a:highlight>
                <a:latin typeface="Arial"/>
                <a:ea typeface="Arial"/>
                <a:cs typeface="Arial"/>
                <a:sym typeface="Arial"/>
              </a:rPr>
              <a:t>a lot of</a:t>
            </a:r>
            <a:r>
              <a:rPr lang="en-US" sz="1700">
                <a:highlight>
                  <a:srgbClr val="FFFF00"/>
                </a:highlight>
                <a:latin typeface="Arial"/>
                <a:ea typeface="Arial"/>
                <a:cs typeface="Arial"/>
                <a:sym typeface="Arial"/>
              </a:rPr>
              <a:t> money or </a:t>
            </a:r>
            <a:r>
              <a:rPr b="1" lang="en-US" sz="1700">
                <a:highlight>
                  <a:srgbClr val="FFFF00"/>
                </a:highlight>
                <a:latin typeface="Arial"/>
                <a:ea typeface="Arial"/>
                <a:cs typeface="Arial"/>
                <a:sym typeface="Arial"/>
              </a:rPr>
              <a:t>a few</a:t>
            </a:r>
            <a:r>
              <a:rPr lang="en-US" sz="1700">
                <a:highlight>
                  <a:srgbClr val="FFFF00"/>
                </a:highlight>
                <a:latin typeface="Arial"/>
                <a:ea typeface="Arial"/>
                <a:cs typeface="Arial"/>
                <a:sym typeface="Arial"/>
              </a:rPr>
              <a:t> close friends?</a:t>
            </a:r>
            <a:endParaRPr sz="1700">
              <a:highlight>
                <a:srgbClr val="FFFF00"/>
              </a:highlight>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US" sz="1700">
                <a:highlight>
                  <a:srgbClr val="FFFF00"/>
                </a:highlight>
                <a:latin typeface="Arial"/>
                <a:ea typeface="Arial"/>
                <a:cs typeface="Arial"/>
                <a:sym typeface="Arial"/>
              </a:rPr>
              <a:t>Have </a:t>
            </a:r>
            <a:r>
              <a:rPr b="1" lang="en-US" sz="1700">
                <a:highlight>
                  <a:srgbClr val="FFFF00"/>
                </a:highlight>
                <a:latin typeface="Arial"/>
                <a:ea typeface="Arial"/>
                <a:cs typeface="Arial"/>
                <a:sym typeface="Arial"/>
              </a:rPr>
              <a:t>some</a:t>
            </a:r>
            <a:r>
              <a:rPr lang="en-US" sz="1700">
                <a:highlight>
                  <a:srgbClr val="FFFF00"/>
                </a:highlight>
                <a:latin typeface="Arial"/>
                <a:ea typeface="Arial"/>
                <a:cs typeface="Arial"/>
                <a:sym typeface="Arial"/>
              </a:rPr>
              <a:t> free time every day or </a:t>
            </a:r>
            <a:r>
              <a:rPr b="1" lang="en-US" sz="1700">
                <a:highlight>
                  <a:srgbClr val="FFFF00"/>
                </a:highlight>
                <a:latin typeface="Arial"/>
                <a:ea typeface="Arial"/>
                <a:cs typeface="Arial"/>
                <a:sym typeface="Arial"/>
              </a:rPr>
              <a:t>none</a:t>
            </a:r>
            <a:r>
              <a:rPr lang="en-US" sz="1700">
                <a:highlight>
                  <a:srgbClr val="FFFF00"/>
                </a:highlight>
                <a:latin typeface="Arial"/>
                <a:ea typeface="Arial"/>
                <a:cs typeface="Arial"/>
                <a:sym typeface="Arial"/>
              </a:rPr>
              <a:t> on weekdays but </a:t>
            </a:r>
            <a:r>
              <a:rPr b="1" lang="en-US" sz="1700">
                <a:highlight>
                  <a:srgbClr val="FFFF00"/>
                </a:highlight>
                <a:latin typeface="Arial"/>
                <a:ea typeface="Arial"/>
                <a:cs typeface="Arial"/>
                <a:sym typeface="Arial"/>
              </a:rPr>
              <a:t>a lot of</a:t>
            </a:r>
            <a:r>
              <a:rPr lang="en-US" sz="1700">
                <a:highlight>
                  <a:srgbClr val="FFFF00"/>
                </a:highlight>
                <a:latin typeface="Arial"/>
                <a:ea typeface="Arial"/>
                <a:cs typeface="Arial"/>
                <a:sym typeface="Arial"/>
              </a:rPr>
              <a:t> time on weekends?</a:t>
            </a:r>
            <a:endParaRPr sz="1700">
              <a:highlight>
                <a:srgbClr val="FFFF00"/>
              </a:highlight>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US" sz="1700">
                <a:highlight>
                  <a:srgbClr val="FFFF00"/>
                </a:highlight>
                <a:latin typeface="Arial"/>
                <a:ea typeface="Arial"/>
                <a:cs typeface="Arial"/>
                <a:sym typeface="Arial"/>
              </a:rPr>
              <a:t>Eat </a:t>
            </a:r>
            <a:r>
              <a:rPr b="1" lang="en-US" sz="1700">
                <a:highlight>
                  <a:srgbClr val="FFFF00"/>
                </a:highlight>
                <a:latin typeface="Arial"/>
                <a:ea typeface="Arial"/>
                <a:cs typeface="Arial"/>
                <a:sym typeface="Arial"/>
              </a:rPr>
              <a:t>many</a:t>
            </a:r>
            <a:r>
              <a:rPr lang="en-US" sz="1700">
                <a:highlight>
                  <a:srgbClr val="FFFF00"/>
                </a:highlight>
                <a:latin typeface="Arial"/>
                <a:ea typeface="Arial"/>
                <a:cs typeface="Arial"/>
                <a:sym typeface="Arial"/>
              </a:rPr>
              <a:t> small meals a day or </a:t>
            </a:r>
            <a:r>
              <a:rPr b="1" lang="en-US" sz="1700">
                <a:highlight>
                  <a:srgbClr val="FFFF00"/>
                </a:highlight>
                <a:latin typeface="Arial"/>
                <a:ea typeface="Arial"/>
                <a:cs typeface="Arial"/>
                <a:sym typeface="Arial"/>
              </a:rPr>
              <a:t>a little</a:t>
            </a:r>
            <a:r>
              <a:rPr lang="en-US" sz="1700">
                <a:highlight>
                  <a:srgbClr val="FFFF00"/>
                </a:highlight>
                <a:latin typeface="Arial"/>
                <a:ea typeface="Arial"/>
                <a:cs typeface="Arial"/>
                <a:sym typeface="Arial"/>
              </a:rPr>
              <a:t> food at each meal?</a:t>
            </a:r>
            <a:endParaRPr sz="1700">
              <a:highlight>
                <a:srgbClr val="FFFF00"/>
              </a:highlight>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US" sz="1700">
                <a:highlight>
                  <a:srgbClr val="FFFF00"/>
                </a:highlight>
                <a:latin typeface="Arial"/>
                <a:ea typeface="Arial"/>
                <a:cs typeface="Arial"/>
                <a:sym typeface="Arial"/>
              </a:rPr>
              <a:t>Travel to </a:t>
            </a:r>
            <a:r>
              <a:rPr b="1" lang="en-US" sz="1700">
                <a:highlight>
                  <a:srgbClr val="FFFF00"/>
                </a:highlight>
                <a:latin typeface="Arial"/>
                <a:ea typeface="Arial"/>
                <a:cs typeface="Arial"/>
                <a:sym typeface="Arial"/>
              </a:rPr>
              <a:t>many</a:t>
            </a:r>
            <a:r>
              <a:rPr lang="en-US" sz="1700">
                <a:highlight>
                  <a:srgbClr val="FFFF00"/>
                </a:highlight>
                <a:latin typeface="Arial"/>
                <a:ea typeface="Arial"/>
                <a:cs typeface="Arial"/>
                <a:sym typeface="Arial"/>
              </a:rPr>
              <a:t> countries or live in </a:t>
            </a:r>
            <a:r>
              <a:rPr b="1" lang="en-US" sz="1700">
                <a:highlight>
                  <a:srgbClr val="FFFF00"/>
                </a:highlight>
                <a:latin typeface="Arial"/>
                <a:ea typeface="Arial"/>
                <a:cs typeface="Arial"/>
                <a:sym typeface="Arial"/>
              </a:rPr>
              <a:t>one</a:t>
            </a:r>
            <a:r>
              <a:rPr lang="en-US" sz="1700">
                <a:highlight>
                  <a:srgbClr val="FFFF00"/>
                </a:highlight>
                <a:latin typeface="Arial"/>
                <a:ea typeface="Arial"/>
                <a:cs typeface="Arial"/>
                <a:sym typeface="Arial"/>
              </a:rPr>
              <a:t> amazing place forever?</a:t>
            </a:r>
            <a:endParaRPr sz="1700">
              <a:highlight>
                <a:srgbClr val="FFFF00"/>
              </a:highlight>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Font typeface="Arial"/>
              <a:buChar char="●"/>
            </a:pPr>
            <a:r>
              <a:rPr lang="en-US" sz="1700">
                <a:highlight>
                  <a:srgbClr val="FFFF00"/>
                </a:highlight>
                <a:latin typeface="Arial"/>
                <a:ea typeface="Arial"/>
                <a:cs typeface="Arial"/>
                <a:sym typeface="Arial"/>
              </a:rPr>
              <a:t>Have </a:t>
            </a:r>
            <a:r>
              <a:rPr b="1" lang="en-US" sz="1700">
                <a:highlight>
                  <a:srgbClr val="FFFF00"/>
                </a:highlight>
                <a:latin typeface="Arial"/>
                <a:ea typeface="Arial"/>
                <a:cs typeface="Arial"/>
                <a:sym typeface="Arial"/>
              </a:rPr>
              <a:t>several</a:t>
            </a:r>
            <a:r>
              <a:rPr lang="en-US" sz="1700">
                <a:highlight>
                  <a:srgbClr val="FFFF00"/>
                </a:highlight>
                <a:latin typeface="Arial"/>
                <a:ea typeface="Arial"/>
                <a:cs typeface="Arial"/>
                <a:sym typeface="Arial"/>
              </a:rPr>
              <a:t> pets or </a:t>
            </a:r>
            <a:r>
              <a:rPr b="1" lang="en-US" sz="1700">
                <a:highlight>
                  <a:srgbClr val="FFFF00"/>
                </a:highlight>
                <a:latin typeface="Arial"/>
                <a:ea typeface="Arial"/>
                <a:cs typeface="Arial"/>
                <a:sym typeface="Arial"/>
              </a:rPr>
              <a:t>none</a:t>
            </a:r>
            <a:r>
              <a:rPr lang="en-US" sz="1700">
                <a:highlight>
                  <a:srgbClr val="FFFF00"/>
                </a:highlight>
                <a:latin typeface="Arial"/>
                <a:ea typeface="Arial"/>
                <a:cs typeface="Arial"/>
                <a:sym typeface="Arial"/>
              </a:rPr>
              <a:t> at all?</a:t>
            </a:r>
            <a:endParaRPr sz="1700">
              <a:highlight>
                <a:srgbClr val="FFFF00"/>
              </a:highlight>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 </a:t>
            </a:r>
            <a:r>
              <a:rPr b="1" lang="en-US" sz="1400">
                <a:latin typeface="Arial"/>
                <a:ea typeface="Arial"/>
                <a:cs typeface="Arial"/>
                <a:sym typeface="Arial"/>
              </a:rPr>
              <a:t>Example Answer:</a:t>
            </a:r>
            <a:br>
              <a:rPr b="1" lang="en-US" sz="1400">
                <a:latin typeface="Arial"/>
                <a:ea typeface="Arial"/>
                <a:cs typeface="Arial"/>
                <a:sym typeface="Arial"/>
              </a:rPr>
            </a:br>
            <a:r>
              <a:rPr b="1" lang="en-US" sz="1400">
                <a:latin typeface="Arial"/>
                <a:ea typeface="Arial"/>
                <a:cs typeface="Arial"/>
                <a:sym typeface="Arial"/>
              </a:rPr>
              <a:t>Q:</a:t>
            </a:r>
            <a:r>
              <a:rPr lang="en-US" sz="1400">
                <a:latin typeface="Arial"/>
                <a:ea typeface="Arial"/>
                <a:cs typeface="Arial"/>
                <a:sym typeface="Arial"/>
              </a:rPr>
              <a:t> Would you rather eat many small meals a day or a little food at each meal?</a:t>
            </a:r>
            <a:br>
              <a:rPr lang="en-US" sz="1400">
                <a:latin typeface="Arial"/>
                <a:ea typeface="Arial"/>
                <a:cs typeface="Arial"/>
                <a:sym typeface="Arial"/>
              </a:rPr>
            </a:br>
            <a:r>
              <a:rPr b="1" lang="en-US" sz="1400">
                <a:latin typeface="Arial"/>
                <a:ea typeface="Arial"/>
                <a:cs typeface="Arial"/>
                <a:sym typeface="Arial"/>
              </a:rPr>
              <a:t>A:</a:t>
            </a:r>
            <a:r>
              <a:rPr lang="en-US" sz="1400">
                <a:latin typeface="Arial"/>
                <a:ea typeface="Arial"/>
                <a:cs typeface="Arial"/>
                <a:sym typeface="Arial"/>
              </a:rPr>
              <a:t> "I would rather eat </a:t>
            </a:r>
            <a:r>
              <a:rPr b="1" lang="en-US" sz="1400">
                <a:latin typeface="Arial"/>
                <a:ea typeface="Arial"/>
                <a:cs typeface="Arial"/>
                <a:sym typeface="Arial"/>
              </a:rPr>
              <a:t>many</a:t>
            </a:r>
            <a:r>
              <a:rPr lang="en-US" sz="1400">
                <a:latin typeface="Arial"/>
                <a:ea typeface="Arial"/>
                <a:cs typeface="Arial"/>
                <a:sym typeface="Arial"/>
              </a:rPr>
              <a:t> small meals a day because I feel more energetic. If I eat just </a:t>
            </a:r>
            <a:r>
              <a:rPr b="1" lang="en-US" sz="1400">
                <a:latin typeface="Arial"/>
                <a:ea typeface="Arial"/>
                <a:cs typeface="Arial"/>
                <a:sym typeface="Arial"/>
              </a:rPr>
              <a:t>a little</a:t>
            </a:r>
            <a:r>
              <a:rPr lang="en-US" sz="1400">
                <a:latin typeface="Arial"/>
                <a:ea typeface="Arial"/>
                <a:cs typeface="Arial"/>
                <a:sym typeface="Arial"/>
              </a:rPr>
              <a:t> food, I might feel hungry quickly."</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 </a:t>
            </a:r>
            <a:r>
              <a:rPr b="1" lang="en-US" sz="1400">
                <a:latin typeface="Arial"/>
                <a:ea typeface="Arial"/>
                <a:cs typeface="Arial"/>
                <a:sym typeface="Arial"/>
              </a:rPr>
              <a:t>Find a partner &amp; start speaking!</a:t>
            </a:r>
            <a:r>
              <a:rPr lang="en-US" sz="1400">
                <a:latin typeface="Arial"/>
                <a:ea typeface="Arial"/>
                <a:cs typeface="Arial"/>
                <a:sym typeface="Arial"/>
              </a:rPr>
              <a:t> 🎉</a:t>
            </a:r>
            <a:endParaRPr sz="1400">
              <a:latin typeface="Arial"/>
              <a:ea typeface="Arial"/>
              <a:cs typeface="Arial"/>
              <a:sym typeface="Arial"/>
            </a:endParaRPr>
          </a:p>
          <a:p>
            <a:pPr indent="0" lvl="0" marL="0" rtl="0" algn="l">
              <a:lnSpc>
                <a:spcPct val="115000"/>
              </a:lnSpc>
              <a:spcBef>
                <a:spcPts val="1200"/>
              </a:spcBef>
              <a:spcAft>
                <a:spcPts val="1200"/>
              </a:spcAft>
              <a:buNone/>
            </a:pPr>
            <a:r>
              <a:t/>
            </a:r>
            <a:endParaRPr b="1" sz="3100">
              <a:latin typeface="Arial"/>
              <a:ea typeface="Arial"/>
              <a:cs typeface="Arial"/>
              <a:sym typeface="Arial"/>
            </a:endParaRPr>
          </a:p>
        </p:txBody>
      </p:sp>
      <p:pic>
        <p:nvPicPr>
          <p:cNvPr id="532" name="Google Shape;532;g32db5df1ab9_0_42"/>
          <p:cNvPicPr preferRelativeResize="0"/>
          <p:nvPr/>
        </p:nvPicPr>
        <p:blipFill rotWithShape="1">
          <a:blip r:embed="rId3">
            <a:alphaModFix/>
          </a:blip>
          <a:srcRect b="0" l="0" r="0" t="0"/>
          <a:stretch/>
        </p:blipFill>
        <p:spPr>
          <a:xfrm>
            <a:off x="11282395" y="0"/>
            <a:ext cx="909283" cy="409856"/>
          </a:xfrm>
          <a:prstGeom prst="rect">
            <a:avLst/>
          </a:prstGeom>
          <a:noFill/>
          <a:ln>
            <a:noFill/>
          </a:ln>
        </p:spPr>
      </p:pic>
      <p:pic>
        <p:nvPicPr>
          <p:cNvPr id="533" name="Google Shape;533;g32db5df1ab9_0_42"/>
          <p:cNvPicPr preferRelativeResize="0"/>
          <p:nvPr/>
        </p:nvPicPr>
        <p:blipFill>
          <a:blip r:embed="rId4">
            <a:alphaModFix/>
          </a:blip>
          <a:stretch>
            <a:fillRect/>
          </a:stretch>
        </p:blipFill>
        <p:spPr>
          <a:xfrm>
            <a:off x="-97450" y="-76200"/>
            <a:ext cx="1304750" cy="909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tlas">
  <a:themeElements>
    <a:clrScheme name="Atlas">
      <a:dk1>
        <a:srgbClr val="000000"/>
      </a:dk1>
      <a:lt1>
        <a:srgbClr val="FFFFFF"/>
      </a:lt1>
      <a:dk2>
        <a:srgbClr val="454545"/>
      </a:dk2>
      <a:lt2>
        <a:srgbClr val="E0E0E0"/>
      </a:lt2>
      <a:accent1>
        <a:srgbClr val="78C30D"/>
      </a:accent1>
      <a:accent2>
        <a:srgbClr val="099B62"/>
      </a:accent2>
      <a:accent3>
        <a:srgbClr val="21CFDF"/>
      </a:accent3>
      <a:accent4>
        <a:srgbClr val="179FDF"/>
      </a:accent4>
      <a:accent5>
        <a:srgbClr val="E75710"/>
      </a:accent5>
      <a:accent6>
        <a:srgbClr val="F89C19"/>
      </a:accent6>
      <a:hlink>
        <a:srgbClr val="7CDE25"/>
      </a:hlink>
      <a:folHlink>
        <a:srgbClr val="BCE8A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2023-11-06T08:14:15Z</dcterms:created>
  <dc:creator>Harshita Upadhyay</dc:creator>
</cp:coreProperties>
</file>