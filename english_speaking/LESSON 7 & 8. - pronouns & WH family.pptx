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Lst>
  <p:sldSz cy="6858000" cx="12192000"/>
  <p:notesSz cx="6858000" cy="9144000"/>
  <p:embeddedFontLst>
    <p:embeddedFont>
      <p:font typeface="Libre Franklin"/>
      <p:regular r:id="rId19"/>
      <p:bold r:id="rId20"/>
      <p:italic r:id="rId21"/>
      <p:boldItalic r:id="rId22"/>
    </p:embeddedFont>
    <p:embeddedFont>
      <p:font typeface="Franklin Gothic"/>
      <p:bold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4" roundtripDataSignature="AMtx7mjRqZbdNqnZaIJPjDg9cEewnL6E5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LibreFranklin-bold.fntdata"/><Relationship Id="rId11" Type="http://schemas.openxmlformats.org/officeDocument/2006/relationships/slide" Target="slides/slide7.xml"/><Relationship Id="rId22" Type="http://schemas.openxmlformats.org/officeDocument/2006/relationships/font" Target="fonts/LibreFranklin-boldItalic.fntdata"/><Relationship Id="rId10" Type="http://schemas.openxmlformats.org/officeDocument/2006/relationships/slide" Target="slides/slide6.xml"/><Relationship Id="rId21" Type="http://schemas.openxmlformats.org/officeDocument/2006/relationships/font" Target="fonts/LibreFranklin-italic.fntdata"/><Relationship Id="rId13" Type="http://schemas.openxmlformats.org/officeDocument/2006/relationships/slide" Target="slides/slide9.xml"/><Relationship Id="rId24" Type="http://customschemas.google.com/relationships/presentationmetadata" Target="metadata"/><Relationship Id="rId12" Type="http://schemas.openxmlformats.org/officeDocument/2006/relationships/slide" Target="slides/slide8.xml"/><Relationship Id="rId23" Type="http://schemas.openxmlformats.org/officeDocument/2006/relationships/font" Target="fonts/FranklinGothic-bold.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font" Target="fonts/LibreFranklin-regular.fntdata"/><Relationship Id="rId6" Type="http://schemas.openxmlformats.org/officeDocument/2006/relationships/slide" Target="slides/slide2.xml"/><Relationship Id="rId18" Type="http://schemas.openxmlformats.org/officeDocument/2006/relationships/slide" Target="slides/slide14.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298065ea00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g298065ea00b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298065ea00b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g298065ea00b_0_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298065ea00b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g298065ea00b_0_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298065ea00b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g298065ea00b_0_1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298065ea00b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g298065ea00b_0_2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298065ea00b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g298065ea00b_0_3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298065ea00b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g298065ea00b_0_3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298065ea00b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g298065ea00b_0_4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4" name="Shape 14"/>
        <p:cNvGrpSpPr/>
        <p:nvPr/>
      </p:nvGrpSpPr>
      <p:grpSpPr>
        <a:xfrm>
          <a:off x="0" y="0"/>
          <a:ext cx="0" cy="0"/>
          <a:chOff x="0" y="0"/>
          <a:chExt cx="0" cy="0"/>
        </a:xfrm>
      </p:grpSpPr>
      <p:sp>
        <p:nvSpPr>
          <p:cNvPr id="15" name="Google Shape;15;p9"/>
          <p:cNvSpPr/>
          <p:nvPr/>
        </p:nvSpPr>
        <p:spPr>
          <a:xfrm>
            <a:off x="446534" y="3085764"/>
            <a:ext cx="11298932" cy="3338149"/>
          </a:xfrm>
          <a:prstGeom prst="rect">
            <a:avLst/>
          </a:prstGeom>
          <a:solidFill>
            <a:srgbClr val="4653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9"/>
          <p:cNvSpPr txBox="1"/>
          <p:nvPr>
            <p:ph type="ctrTitle"/>
          </p:nvPr>
        </p:nvSpPr>
        <p:spPr>
          <a:xfrm>
            <a:off x="581191" y="1020431"/>
            <a:ext cx="10993549" cy="1475013"/>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rgbClr val="3F3F3F"/>
              </a:buClr>
              <a:buSzPts val="3600"/>
              <a:buFont typeface="Franklin Gothic"/>
              <a:buNone/>
              <a:defRPr sz="3600">
                <a:solidFill>
                  <a:srgbClr val="3F3F3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9"/>
          <p:cNvSpPr txBox="1"/>
          <p:nvPr>
            <p:ph idx="1" type="subTitle"/>
          </p:nvPr>
        </p:nvSpPr>
        <p:spPr>
          <a:xfrm>
            <a:off x="581194" y="2495445"/>
            <a:ext cx="10993546" cy="590321"/>
          </a:xfrm>
          <a:prstGeom prst="rect">
            <a:avLst/>
          </a:prstGeom>
          <a:noFill/>
          <a:ln>
            <a:noFill/>
          </a:ln>
        </p:spPr>
        <p:txBody>
          <a:bodyPr anchorCtr="0" anchor="t" bIns="45700" lIns="91425" spcFirstLastPara="1" rIns="91425" wrap="square" tIns="45700">
            <a:normAutofit/>
          </a:bodyPr>
          <a:lstStyle>
            <a:lvl1pPr lvl="0" algn="l">
              <a:lnSpc>
                <a:spcPct val="110000"/>
              </a:lnSpc>
              <a:spcBef>
                <a:spcPts val="320"/>
              </a:spcBef>
              <a:spcAft>
                <a:spcPts val="0"/>
              </a:spcAft>
              <a:buSzPts val="1472"/>
              <a:buNone/>
              <a:defRPr sz="1600" cap="none">
                <a:solidFill>
                  <a:schemeClr val="accent1"/>
                </a:solidFill>
              </a:defRPr>
            </a:lvl1pPr>
            <a:lvl2pPr lvl="1" algn="ctr">
              <a:spcBef>
                <a:spcPts val="600"/>
              </a:spcBef>
              <a:spcAft>
                <a:spcPts val="0"/>
              </a:spcAft>
              <a:buSzPts val="1288"/>
              <a:buNone/>
              <a:defRPr>
                <a:solidFill>
                  <a:srgbClr val="888888"/>
                </a:solidFill>
              </a:defRPr>
            </a:lvl2pPr>
            <a:lvl3pPr lvl="2" algn="ctr">
              <a:spcBef>
                <a:spcPts val="600"/>
              </a:spcBef>
              <a:spcAft>
                <a:spcPts val="0"/>
              </a:spcAft>
              <a:buSzPts val="1196"/>
              <a:buNone/>
              <a:defRPr>
                <a:solidFill>
                  <a:srgbClr val="888888"/>
                </a:solidFill>
              </a:defRPr>
            </a:lvl3pPr>
            <a:lvl4pPr lvl="3" algn="ctr">
              <a:spcBef>
                <a:spcPts val="600"/>
              </a:spcBef>
              <a:spcAft>
                <a:spcPts val="0"/>
              </a:spcAft>
              <a:buSzPts val="1012"/>
              <a:buNone/>
              <a:defRPr>
                <a:solidFill>
                  <a:srgbClr val="888888"/>
                </a:solidFill>
              </a:defRPr>
            </a:lvl4pPr>
            <a:lvl5pPr lvl="4" algn="ctr">
              <a:spcBef>
                <a:spcPts val="600"/>
              </a:spcBef>
              <a:spcAft>
                <a:spcPts val="0"/>
              </a:spcAft>
              <a:buSzPts val="1012"/>
              <a:buNone/>
              <a:defRPr>
                <a:solidFill>
                  <a:srgbClr val="888888"/>
                </a:solidFill>
              </a:defRPr>
            </a:lvl5pPr>
            <a:lvl6pPr lvl="5" algn="ctr">
              <a:spcBef>
                <a:spcPts val="600"/>
              </a:spcBef>
              <a:spcAft>
                <a:spcPts val="0"/>
              </a:spcAft>
              <a:buSzPts val="1104"/>
              <a:buNone/>
              <a:defRPr>
                <a:solidFill>
                  <a:srgbClr val="888888"/>
                </a:solidFill>
              </a:defRPr>
            </a:lvl6pPr>
            <a:lvl7pPr lvl="6" algn="ctr">
              <a:spcBef>
                <a:spcPts val="600"/>
              </a:spcBef>
              <a:spcAft>
                <a:spcPts val="0"/>
              </a:spcAft>
              <a:buSzPts val="1104"/>
              <a:buNone/>
              <a:defRPr>
                <a:solidFill>
                  <a:srgbClr val="888888"/>
                </a:solidFill>
              </a:defRPr>
            </a:lvl7pPr>
            <a:lvl8pPr lvl="7" algn="ctr">
              <a:spcBef>
                <a:spcPts val="600"/>
              </a:spcBef>
              <a:spcAft>
                <a:spcPts val="0"/>
              </a:spcAft>
              <a:buSzPts val="1104"/>
              <a:buNone/>
              <a:defRPr>
                <a:solidFill>
                  <a:srgbClr val="888888"/>
                </a:solidFill>
              </a:defRPr>
            </a:lvl8pPr>
            <a:lvl9pPr lvl="8" algn="ctr">
              <a:spcBef>
                <a:spcPts val="600"/>
              </a:spcBef>
              <a:spcAft>
                <a:spcPts val="600"/>
              </a:spcAft>
              <a:buSzPts val="1104"/>
              <a:buNone/>
              <a:defRPr>
                <a:solidFill>
                  <a:srgbClr val="888888"/>
                </a:solidFill>
              </a:defRPr>
            </a:lvl9pPr>
          </a:lstStyle>
          <a:p/>
        </p:txBody>
      </p:sp>
      <p:sp>
        <p:nvSpPr>
          <p:cNvPr id="18" name="Google Shape;18;p9"/>
          <p:cNvSpPr txBox="1"/>
          <p:nvPr>
            <p:ph idx="10" type="dt"/>
          </p:nvPr>
        </p:nvSpPr>
        <p:spPr>
          <a:xfrm>
            <a:off x="7605951" y="6423914"/>
            <a:ext cx="284479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9"/>
          <p:cNvSpPr txBox="1"/>
          <p:nvPr>
            <p:ph idx="11" type="ftr"/>
          </p:nvPr>
        </p:nvSpPr>
        <p:spPr>
          <a:xfrm>
            <a:off x="581192" y="6423914"/>
            <a:ext cx="691721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9"/>
          <p:cNvSpPr txBox="1"/>
          <p:nvPr>
            <p:ph idx="12" type="sldNum"/>
          </p:nvPr>
        </p:nvSpPr>
        <p:spPr>
          <a:xfrm>
            <a:off x="10558300" y="6423914"/>
            <a:ext cx="105251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0"/>
          <p:cNvSpPr txBox="1"/>
          <p:nvPr>
            <p:ph type="title"/>
          </p:nvPr>
        </p:nvSpPr>
        <p:spPr>
          <a:xfrm>
            <a:off x="581192" y="702156"/>
            <a:ext cx="11029616" cy="118872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rgbClr val="3F3F3F"/>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10"/>
          <p:cNvSpPr txBox="1"/>
          <p:nvPr>
            <p:ph idx="1" type="body"/>
          </p:nvPr>
        </p:nvSpPr>
        <p:spPr>
          <a:xfrm>
            <a:off x="581192" y="2340864"/>
            <a:ext cx="11029615" cy="3634486"/>
          </a:xfrm>
          <a:prstGeom prst="rect">
            <a:avLst/>
          </a:prstGeom>
          <a:noFill/>
          <a:ln>
            <a:noFill/>
          </a:ln>
        </p:spPr>
        <p:txBody>
          <a:bodyPr anchorCtr="0" anchor="ctr" bIns="45700" lIns="91425" spcFirstLastPara="1" rIns="91425" wrap="square" tIns="45700">
            <a:normAutofit/>
          </a:bodyPr>
          <a:lstStyle>
            <a:lvl1pPr indent="-333756" lvl="0" marL="457200" algn="l">
              <a:lnSpc>
                <a:spcPct val="110000"/>
              </a:lnSpc>
              <a:spcBef>
                <a:spcPts val="360"/>
              </a:spcBef>
              <a:spcAft>
                <a:spcPts val="0"/>
              </a:spcAft>
              <a:buSzPts val="1656"/>
              <a:buChar char="◼"/>
              <a:defRPr/>
            </a:lvl1pPr>
            <a:lvl2pPr indent="-333756" lvl="1" marL="914400" algn="l">
              <a:spcBef>
                <a:spcPts val="600"/>
              </a:spcBef>
              <a:spcAft>
                <a:spcPts val="0"/>
              </a:spcAft>
              <a:buSzPts val="1656"/>
              <a:buChar char="◼"/>
              <a:defRPr/>
            </a:lvl2pPr>
            <a:lvl3pPr indent="-333756" lvl="2" marL="1371600" algn="l">
              <a:spcBef>
                <a:spcPts val="600"/>
              </a:spcBef>
              <a:spcAft>
                <a:spcPts val="0"/>
              </a:spcAft>
              <a:buSzPts val="1656"/>
              <a:buChar char="◼"/>
              <a:defRPr/>
            </a:lvl3pPr>
            <a:lvl4pPr indent="-333756" lvl="3" marL="1828800" algn="l">
              <a:spcBef>
                <a:spcPts val="600"/>
              </a:spcBef>
              <a:spcAft>
                <a:spcPts val="0"/>
              </a:spcAft>
              <a:buSzPts val="1656"/>
              <a:buChar char="◼"/>
              <a:defRPr/>
            </a:lvl4pPr>
            <a:lvl5pPr indent="-333756" lvl="4" marL="2286000" algn="l">
              <a:spcBef>
                <a:spcPts val="600"/>
              </a:spcBef>
              <a:spcAft>
                <a:spcPts val="0"/>
              </a:spcAft>
              <a:buSzPts val="1656"/>
              <a:buChar char="◼"/>
              <a:defRPr/>
            </a:lvl5pPr>
            <a:lvl6pPr indent="-333756" lvl="5" marL="2743200" algn="l">
              <a:spcBef>
                <a:spcPts val="600"/>
              </a:spcBef>
              <a:spcAft>
                <a:spcPts val="0"/>
              </a:spcAft>
              <a:buSzPts val="1656"/>
              <a:buChar char="◼"/>
              <a:defRPr/>
            </a:lvl6pPr>
            <a:lvl7pPr indent="-333756" lvl="6" marL="3200400" algn="l">
              <a:spcBef>
                <a:spcPts val="600"/>
              </a:spcBef>
              <a:spcAft>
                <a:spcPts val="0"/>
              </a:spcAft>
              <a:buSzPts val="1656"/>
              <a:buChar char="◼"/>
              <a:defRPr/>
            </a:lvl7pPr>
            <a:lvl8pPr indent="-333756" lvl="7" marL="3657600" algn="l">
              <a:spcBef>
                <a:spcPts val="600"/>
              </a:spcBef>
              <a:spcAft>
                <a:spcPts val="0"/>
              </a:spcAft>
              <a:buSzPts val="1656"/>
              <a:buChar char="◼"/>
              <a:defRPr/>
            </a:lvl8pPr>
            <a:lvl9pPr indent="-333756" lvl="8" marL="4114800" algn="l">
              <a:spcBef>
                <a:spcPts val="600"/>
              </a:spcBef>
              <a:spcAft>
                <a:spcPts val="600"/>
              </a:spcAft>
              <a:buSzPts val="1656"/>
              <a:buChar char="◼"/>
              <a:defRPr/>
            </a:lvl9pPr>
          </a:lstStyle>
          <a:p/>
        </p:txBody>
      </p:sp>
      <p:sp>
        <p:nvSpPr>
          <p:cNvPr id="24" name="Google Shape;24;p10"/>
          <p:cNvSpPr txBox="1"/>
          <p:nvPr>
            <p:ph idx="10" type="dt"/>
          </p:nvPr>
        </p:nvSpPr>
        <p:spPr>
          <a:xfrm>
            <a:off x="7605951" y="6423914"/>
            <a:ext cx="284479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0"/>
          <p:cNvSpPr txBox="1"/>
          <p:nvPr>
            <p:ph idx="11" type="ftr"/>
          </p:nvPr>
        </p:nvSpPr>
        <p:spPr>
          <a:xfrm>
            <a:off x="581192" y="6423914"/>
            <a:ext cx="691721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0"/>
          <p:cNvSpPr txBox="1"/>
          <p:nvPr>
            <p:ph idx="12" type="sldNum"/>
          </p:nvPr>
        </p:nvSpPr>
        <p:spPr>
          <a:xfrm>
            <a:off x="10558300" y="6423914"/>
            <a:ext cx="105251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11"/>
          <p:cNvSpPr/>
          <p:nvPr/>
        </p:nvSpPr>
        <p:spPr>
          <a:xfrm>
            <a:off x="447817" y="5141974"/>
            <a:ext cx="11290860" cy="1258827"/>
          </a:xfrm>
          <a:prstGeom prst="rect">
            <a:avLst/>
          </a:prstGeom>
          <a:solidFill>
            <a:srgbClr val="4653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11"/>
          <p:cNvSpPr txBox="1"/>
          <p:nvPr>
            <p:ph type="title"/>
          </p:nvPr>
        </p:nvSpPr>
        <p:spPr>
          <a:xfrm>
            <a:off x="581193" y="2393950"/>
            <a:ext cx="11029615" cy="2147467"/>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rgbClr val="3F3F3F"/>
              </a:buClr>
              <a:buSzPts val="3600"/>
              <a:buFont typeface="Franklin Gothic"/>
              <a:buNone/>
              <a:defRPr b="0" sz="3600" cap="none">
                <a:solidFill>
                  <a:srgbClr val="3F3F3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11"/>
          <p:cNvSpPr txBox="1"/>
          <p:nvPr>
            <p:ph idx="1" type="body"/>
          </p:nvPr>
        </p:nvSpPr>
        <p:spPr>
          <a:xfrm>
            <a:off x="581192" y="4541417"/>
            <a:ext cx="11029615" cy="600556"/>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360"/>
              </a:spcBef>
              <a:spcAft>
                <a:spcPts val="0"/>
              </a:spcAft>
              <a:buSzPts val="1656"/>
              <a:buNone/>
              <a:defRPr sz="1800" cap="none">
                <a:solidFill>
                  <a:schemeClr val="accent1"/>
                </a:solidFill>
              </a:defRPr>
            </a:lvl1pPr>
            <a:lvl2pPr indent="-228600" lvl="1" marL="914400" algn="l">
              <a:spcBef>
                <a:spcPts val="600"/>
              </a:spcBef>
              <a:spcAft>
                <a:spcPts val="0"/>
              </a:spcAft>
              <a:buSzPts val="1656"/>
              <a:buNone/>
              <a:defRPr sz="1800">
                <a:solidFill>
                  <a:srgbClr val="888888"/>
                </a:solidFill>
              </a:defRPr>
            </a:lvl2pPr>
            <a:lvl3pPr indent="-228600" lvl="2" marL="1371600" algn="l">
              <a:spcBef>
                <a:spcPts val="600"/>
              </a:spcBef>
              <a:spcAft>
                <a:spcPts val="0"/>
              </a:spcAft>
              <a:buSzPts val="1472"/>
              <a:buNone/>
              <a:defRPr sz="1600">
                <a:solidFill>
                  <a:srgbClr val="888888"/>
                </a:solidFill>
              </a:defRPr>
            </a:lvl3pPr>
            <a:lvl4pPr indent="-228600" lvl="3" marL="1828800" algn="l">
              <a:spcBef>
                <a:spcPts val="600"/>
              </a:spcBef>
              <a:spcAft>
                <a:spcPts val="0"/>
              </a:spcAft>
              <a:buSzPts val="1288"/>
              <a:buNone/>
              <a:defRPr sz="1400">
                <a:solidFill>
                  <a:srgbClr val="888888"/>
                </a:solidFill>
              </a:defRPr>
            </a:lvl4pPr>
            <a:lvl5pPr indent="-228600" lvl="4" marL="2286000" algn="l">
              <a:spcBef>
                <a:spcPts val="600"/>
              </a:spcBef>
              <a:spcAft>
                <a:spcPts val="0"/>
              </a:spcAft>
              <a:buSzPts val="1288"/>
              <a:buNone/>
              <a:defRPr sz="1400">
                <a:solidFill>
                  <a:srgbClr val="888888"/>
                </a:solidFill>
              </a:defRPr>
            </a:lvl5pPr>
            <a:lvl6pPr indent="-228600" lvl="5" marL="2743200" algn="l">
              <a:spcBef>
                <a:spcPts val="600"/>
              </a:spcBef>
              <a:spcAft>
                <a:spcPts val="0"/>
              </a:spcAft>
              <a:buSzPts val="1288"/>
              <a:buNone/>
              <a:defRPr sz="1400">
                <a:solidFill>
                  <a:srgbClr val="888888"/>
                </a:solidFill>
              </a:defRPr>
            </a:lvl6pPr>
            <a:lvl7pPr indent="-228600" lvl="6" marL="3200400" algn="l">
              <a:spcBef>
                <a:spcPts val="600"/>
              </a:spcBef>
              <a:spcAft>
                <a:spcPts val="0"/>
              </a:spcAft>
              <a:buSzPts val="1288"/>
              <a:buNone/>
              <a:defRPr sz="1400">
                <a:solidFill>
                  <a:srgbClr val="888888"/>
                </a:solidFill>
              </a:defRPr>
            </a:lvl7pPr>
            <a:lvl8pPr indent="-228600" lvl="7" marL="3657600" algn="l">
              <a:spcBef>
                <a:spcPts val="600"/>
              </a:spcBef>
              <a:spcAft>
                <a:spcPts val="0"/>
              </a:spcAft>
              <a:buSzPts val="1288"/>
              <a:buNone/>
              <a:defRPr sz="1400">
                <a:solidFill>
                  <a:srgbClr val="888888"/>
                </a:solidFill>
              </a:defRPr>
            </a:lvl8pPr>
            <a:lvl9pPr indent="-228600" lvl="8" marL="4114800" algn="l">
              <a:spcBef>
                <a:spcPts val="600"/>
              </a:spcBef>
              <a:spcAft>
                <a:spcPts val="600"/>
              </a:spcAft>
              <a:buSzPts val="1288"/>
              <a:buNone/>
              <a:defRPr sz="1400">
                <a:solidFill>
                  <a:srgbClr val="888888"/>
                </a:solidFill>
              </a:defRPr>
            </a:lvl9pPr>
          </a:lstStyle>
          <a:p/>
        </p:txBody>
      </p:sp>
      <p:sp>
        <p:nvSpPr>
          <p:cNvPr id="31" name="Google Shape;31;p11"/>
          <p:cNvSpPr txBox="1"/>
          <p:nvPr>
            <p:ph idx="10" type="dt"/>
          </p:nvPr>
        </p:nvSpPr>
        <p:spPr>
          <a:xfrm>
            <a:off x="7605951" y="6423914"/>
            <a:ext cx="284479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1"/>
          <p:cNvSpPr txBox="1"/>
          <p:nvPr>
            <p:ph idx="11" type="ftr"/>
          </p:nvPr>
        </p:nvSpPr>
        <p:spPr>
          <a:xfrm>
            <a:off x="581192" y="6423914"/>
            <a:ext cx="691721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11"/>
          <p:cNvSpPr txBox="1"/>
          <p:nvPr>
            <p:ph idx="12" type="sldNum"/>
          </p:nvPr>
        </p:nvSpPr>
        <p:spPr>
          <a:xfrm>
            <a:off x="10558300" y="6423914"/>
            <a:ext cx="105251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4" name="Shape 34"/>
        <p:cNvGrpSpPr/>
        <p:nvPr/>
      </p:nvGrpSpPr>
      <p:grpSpPr>
        <a:xfrm>
          <a:off x="0" y="0"/>
          <a:ext cx="0" cy="0"/>
          <a:chOff x="0" y="0"/>
          <a:chExt cx="0" cy="0"/>
        </a:xfrm>
      </p:grpSpPr>
      <p:sp>
        <p:nvSpPr>
          <p:cNvPr id="35" name="Google Shape;35;p12"/>
          <p:cNvSpPr txBox="1"/>
          <p:nvPr>
            <p:ph type="title"/>
          </p:nvPr>
        </p:nvSpPr>
        <p:spPr>
          <a:xfrm>
            <a:off x="581193" y="729658"/>
            <a:ext cx="11029616" cy="988332"/>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rgbClr val="3F3F3F"/>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12"/>
          <p:cNvSpPr txBox="1"/>
          <p:nvPr>
            <p:ph idx="1" type="body"/>
          </p:nvPr>
        </p:nvSpPr>
        <p:spPr>
          <a:xfrm>
            <a:off x="581193" y="2228003"/>
            <a:ext cx="5194767" cy="3633047"/>
          </a:xfrm>
          <a:prstGeom prst="rect">
            <a:avLst/>
          </a:prstGeom>
          <a:noFill/>
          <a:ln>
            <a:noFill/>
          </a:ln>
        </p:spPr>
        <p:txBody>
          <a:bodyPr anchorCtr="0" anchor="ctr" bIns="45700" lIns="91425" spcFirstLastPara="1" rIns="91425" wrap="square" tIns="45700">
            <a:normAutofit/>
          </a:bodyPr>
          <a:lstStyle>
            <a:lvl1pPr indent="-333756" lvl="0" marL="457200" algn="l">
              <a:lnSpc>
                <a:spcPct val="110000"/>
              </a:lnSpc>
              <a:spcBef>
                <a:spcPts val="360"/>
              </a:spcBef>
              <a:spcAft>
                <a:spcPts val="0"/>
              </a:spcAft>
              <a:buSzPts val="1656"/>
              <a:buChar char="◼"/>
              <a:defRPr/>
            </a:lvl1pPr>
            <a:lvl2pPr indent="-333756" lvl="1" marL="914400" algn="l">
              <a:spcBef>
                <a:spcPts val="600"/>
              </a:spcBef>
              <a:spcAft>
                <a:spcPts val="0"/>
              </a:spcAft>
              <a:buSzPts val="1656"/>
              <a:buChar char="◼"/>
              <a:defRPr/>
            </a:lvl2pPr>
            <a:lvl3pPr indent="-333756" lvl="2" marL="1371600" algn="l">
              <a:spcBef>
                <a:spcPts val="600"/>
              </a:spcBef>
              <a:spcAft>
                <a:spcPts val="0"/>
              </a:spcAft>
              <a:buSzPts val="1656"/>
              <a:buChar char="◼"/>
              <a:defRPr/>
            </a:lvl3pPr>
            <a:lvl4pPr indent="-333756" lvl="3" marL="1828800" algn="l">
              <a:spcBef>
                <a:spcPts val="600"/>
              </a:spcBef>
              <a:spcAft>
                <a:spcPts val="0"/>
              </a:spcAft>
              <a:buSzPts val="1656"/>
              <a:buChar char="◼"/>
              <a:defRPr/>
            </a:lvl4pPr>
            <a:lvl5pPr indent="-333756" lvl="4" marL="2286000" algn="l">
              <a:spcBef>
                <a:spcPts val="600"/>
              </a:spcBef>
              <a:spcAft>
                <a:spcPts val="0"/>
              </a:spcAft>
              <a:buSzPts val="1656"/>
              <a:buChar char="◼"/>
              <a:defRPr/>
            </a:lvl5pPr>
            <a:lvl6pPr indent="-333756" lvl="5" marL="2743200" algn="l">
              <a:spcBef>
                <a:spcPts val="600"/>
              </a:spcBef>
              <a:spcAft>
                <a:spcPts val="0"/>
              </a:spcAft>
              <a:buSzPts val="1656"/>
              <a:buChar char="◼"/>
              <a:defRPr/>
            </a:lvl6pPr>
            <a:lvl7pPr indent="-333756" lvl="6" marL="3200400" algn="l">
              <a:spcBef>
                <a:spcPts val="600"/>
              </a:spcBef>
              <a:spcAft>
                <a:spcPts val="0"/>
              </a:spcAft>
              <a:buSzPts val="1656"/>
              <a:buChar char="◼"/>
              <a:defRPr/>
            </a:lvl7pPr>
            <a:lvl8pPr indent="-333756" lvl="7" marL="3657600" algn="l">
              <a:spcBef>
                <a:spcPts val="600"/>
              </a:spcBef>
              <a:spcAft>
                <a:spcPts val="0"/>
              </a:spcAft>
              <a:buSzPts val="1656"/>
              <a:buChar char="◼"/>
              <a:defRPr/>
            </a:lvl8pPr>
            <a:lvl9pPr indent="-333756" lvl="8" marL="4114800" algn="l">
              <a:spcBef>
                <a:spcPts val="600"/>
              </a:spcBef>
              <a:spcAft>
                <a:spcPts val="600"/>
              </a:spcAft>
              <a:buSzPts val="1656"/>
              <a:buChar char="◼"/>
              <a:defRPr/>
            </a:lvl9pPr>
          </a:lstStyle>
          <a:p/>
        </p:txBody>
      </p:sp>
      <p:sp>
        <p:nvSpPr>
          <p:cNvPr id="37" name="Google Shape;37;p12"/>
          <p:cNvSpPr txBox="1"/>
          <p:nvPr>
            <p:ph idx="2" type="body"/>
          </p:nvPr>
        </p:nvSpPr>
        <p:spPr>
          <a:xfrm>
            <a:off x="6416039" y="2228003"/>
            <a:ext cx="5194769" cy="3633047"/>
          </a:xfrm>
          <a:prstGeom prst="rect">
            <a:avLst/>
          </a:prstGeom>
          <a:noFill/>
          <a:ln>
            <a:noFill/>
          </a:ln>
        </p:spPr>
        <p:txBody>
          <a:bodyPr anchorCtr="0" anchor="ctr" bIns="45700" lIns="91425" spcFirstLastPara="1" rIns="91425" wrap="square" tIns="45700">
            <a:normAutofit/>
          </a:bodyPr>
          <a:lstStyle>
            <a:lvl1pPr indent="-333756" lvl="0" marL="457200" algn="l">
              <a:lnSpc>
                <a:spcPct val="110000"/>
              </a:lnSpc>
              <a:spcBef>
                <a:spcPts val="360"/>
              </a:spcBef>
              <a:spcAft>
                <a:spcPts val="0"/>
              </a:spcAft>
              <a:buSzPts val="1656"/>
              <a:buChar char="◼"/>
              <a:defRPr/>
            </a:lvl1pPr>
            <a:lvl2pPr indent="-333756" lvl="1" marL="914400" algn="l">
              <a:spcBef>
                <a:spcPts val="600"/>
              </a:spcBef>
              <a:spcAft>
                <a:spcPts val="0"/>
              </a:spcAft>
              <a:buSzPts val="1656"/>
              <a:buChar char="◼"/>
              <a:defRPr/>
            </a:lvl2pPr>
            <a:lvl3pPr indent="-333756" lvl="2" marL="1371600" algn="l">
              <a:spcBef>
                <a:spcPts val="600"/>
              </a:spcBef>
              <a:spcAft>
                <a:spcPts val="0"/>
              </a:spcAft>
              <a:buSzPts val="1656"/>
              <a:buChar char="◼"/>
              <a:defRPr/>
            </a:lvl3pPr>
            <a:lvl4pPr indent="-333756" lvl="3" marL="1828800" algn="l">
              <a:spcBef>
                <a:spcPts val="600"/>
              </a:spcBef>
              <a:spcAft>
                <a:spcPts val="0"/>
              </a:spcAft>
              <a:buSzPts val="1656"/>
              <a:buChar char="◼"/>
              <a:defRPr/>
            </a:lvl4pPr>
            <a:lvl5pPr indent="-333756" lvl="4" marL="2286000" algn="l">
              <a:spcBef>
                <a:spcPts val="600"/>
              </a:spcBef>
              <a:spcAft>
                <a:spcPts val="0"/>
              </a:spcAft>
              <a:buSzPts val="1656"/>
              <a:buChar char="◼"/>
              <a:defRPr/>
            </a:lvl5pPr>
            <a:lvl6pPr indent="-333756" lvl="5" marL="2743200" algn="l">
              <a:spcBef>
                <a:spcPts val="600"/>
              </a:spcBef>
              <a:spcAft>
                <a:spcPts val="0"/>
              </a:spcAft>
              <a:buSzPts val="1656"/>
              <a:buChar char="◼"/>
              <a:defRPr/>
            </a:lvl6pPr>
            <a:lvl7pPr indent="-333756" lvl="6" marL="3200400" algn="l">
              <a:spcBef>
                <a:spcPts val="600"/>
              </a:spcBef>
              <a:spcAft>
                <a:spcPts val="0"/>
              </a:spcAft>
              <a:buSzPts val="1656"/>
              <a:buChar char="◼"/>
              <a:defRPr/>
            </a:lvl7pPr>
            <a:lvl8pPr indent="-333756" lvl="7" marL="3657600" algn="l">
              <a:spcBef>
                <a:spcPts val="600"/>
              </a:spcBef>
              <a:spcAft>
                <a:spcPts val="0"/>
              </a:spcAft>
              <a:buSzPts val="1656"/>
              <a:buChar char="◼"/>
              <a:defRPr/>
            </a:lvl8pPr>
            <a:lvl9pPr indent="-333756" lvl="8" marL="4114800" algn="l">
              <a:spcBef>
                <a:spcPts val="600"/>
              </a:spcBef>
              <a:spcAft>
                <a:spcPts val="600"/>
              </a:spcAft>
              <a:buSzPts val="1656"/>
              <a:buChar char="◼"/>
              <a:defRPr/>
            </a:lvl9pPr>
          </a:lstStyle>
          <a:p/>
        </p:txBody>
      </p:sp>
      <p:sp>
        <p:nvSpPr>
          <p:cNvPr id="38" name="Google Shape;38;p12"/>
          <p:cNvSpPr txBox="1"/>
          <p:nvPr>
            <p:ph idx="10" type="dt"/>
          </p:nvPr>
        </p:nvSpPr>
        <p:spPr>
          <a:xfrm>
            <a:off x="7605951" y="6423914"/>
            <a:ext cx="284479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12"/>
          <p:cNvSpPr txBox="1"/>
          <p:nvPr>
            <p:ph idx="11" type="ftr"/>
          </p:nvPr>
        </p:nvSpPr>
        <p:spPr>
          <a:xfrm>
            <a:off x="581192" y="6423914"/>
            <a:ext cx="691721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12"/>
          <p:cNvSpPr txBox="1"/>
          <p:nvPr>
            <p:ph idx="12" type="sldNum"/>
          </p:nvPr>
        </p:nvSpPr>
        <p:spPr>
          <a:xfrm>
            <a:off x="10558300" y="6423914"/>
            <a:ext cx="105251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omparison">
    <p:spTree>
      <p:nvGrpSpPr>
        <p:cNvPr id="41" name="Shape 41"/>
        <p:cNvGrpSpPr/>
        <p:nvPr/>
      </p:nvGrpSpPr>
      <p:grpSpPr>
        <a:xfrm>
          <a:off x="0" y="0"/>
          <a:ext cx="0" cy="0"/>
          <a:chOff x="0" y="0"/>
          <a:chExt cx="0" cy="0"/>
        </a:xfrm>
      </p:grpSpPr>
      <p:sp>
        <p:nvSpPr>
          <p:cNvPr id="42" name="Google Shape;42;p13"/>
          <p:cNvSpPr txBox="1"/>
          <p:nvPr>
            <p:ph type="title"/>
          </p:nvPr>
        </p:nvSpPr>
        <p:spPr>
          <a:xfrm>
            <a:off x="581193" y="729658"/>
            <a:ext cx="11029616" cy="988332"/>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rgbClr val="3F3F3F"/>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13"/>
          <p:cNvSpPr txBox="1"/>
          <p:nvPr>
            <p:ph idx="1" type="body"/>
          </p:nvPr>
        </p:nvSpPr>
        <p:spPr>
          <a:xfrm>
            <a:off x="581191" y="2250891"/>
            <a:ext cx="5194769" cy="557784"/>
          </a:xfrm>
          <a:prstGeom prst="rect">
            <a:avLst/>
          </a:prstGeom>
          <a:noFill/>
          <a:ln>
            <a:noFill/>
          </a:ln>
        </p:spPr>
        <p:txBody>
          <a:bodyPr anchorCtr="0" anchor="ctr" bIns="45700" lIns="91425" spcFirstLastPara="1" rIns="91425" wrap="square" tIns="45700">
            <a:noAutofit/>
          </a:bodyPr>
          <a:lstStyle>
            <a:lvl1pPr indent="-228600" lvl="0" marL="457200" algn="l">
              <a:lnSpc>
                <a:spcPct val="110000"/>
              </a:lnSpc>
              <a:spcBef>
                <a:spcPts val="400"/>
              </a:spcBef>
              <a:spcAft>
                <a:spcPts val="0"/>
              </a:spcAft>
              <a:buSzPts val="1840"/>
              <a:buNone/>
              <a:defRPr b="0" sz="2000">
                <a:solidFill>
                  <a:srgbClr val="3F3F3F"/>
                </a:solidFill>
              </a:defRPr>
            </a:lvl1pPr>
            <a:lvl2pPr indent="-228600" lvl="1" marL="914400" algn="l">
              <a:spcBef>
                <a:spcPts val="600"/>
              </a:spcBef>
              <a:spcAft>
                <a:spcPts val="0"/>
              </a:spcAft>
              <a:buSzPts val="1840"/>
              <a:buNone/>
              <a:defRPr b="1" sz="2000"/>
            </a:lvl2pPr>
            <a:lvl3pPr indent="-228600" lvl="2" marL="1371600" algn="l">
              <a:spcBef>
                <a:spcPts val="600"/>
              </a:spcBef>
              <a:spcAft>
                <a:spcPts val="0"/>
              </a:spcAft>
              <a:buSzPts val="1656"/>
              <a:buNone/>
              <a:defRPr b="1" sz="1800"/>
            </a:lvl3pPr>
            <a:lvl4pPr indent="-228600" lvl="3" marL="1828800" algn="l">
              <a:spcBef>
                <a:spcPts val="600"/>
              </a:spcBef>
              <a:spcAft>
                <a:spcPts val="0"/>
              </a:spcAft>
              <a:buSzPts val="1472"/>
              <a:buNone/>
              <a:defRPr b="1" sz="1600"/>
            </a:lvl4pPr>
            <a:lvl5pPr indent="-228600" lvl="4" marL="2286000" algn="l">
              <a:spcBef>
                <a:spcPts val="600"/>
              </a:spcBef>
              <a:spcAft>
                <a:spcPts val="0"/>
              </a:spcAft>
              <a:buSzPts val="1472"/>
              <a:buNone/>
              <a:defRPr b="1" sz="1600"/>
            </a:lvl5pPr>
            <a:lvl6pPr indent="-228600" lvl="5" marL="2743200" algn="l">
              <a:spcBef>
                <a:spcPts val="600"/>
              </a:spcBef>
              <a:spcAft>
                <a:spcPts val="0"/>
              </a:spcAft>
              <a:buSzPts val="1472"/>
              <a:buNone/>
              <a:defRPr b="1" sz="1600"/>
            </a:lvl6pPr>
            <a:lvl7pPr indent="-228600" lvl="6" marL="3200400" algn="l">
              <a:spcBef>
                <a:spcPts val="600"/>
              </a:spcBef>
              <a:spcAft>
                <a:spcPts val="0"/>
              </a:spcAft>
              <a:buSzPts val="1472"/>
              <a:buNone/>
              <a:defRPr b="1" sz="1600"/>
            </a:lvl7pPr>
            <a:lvl8pPr indent="-228600" lvl="7" marL="3657600" algn="l">
              <a:spcBef>
                <a:spcPts val="600"/>
              </a:spcBef>
              <a:spcAft>
                <a:spcPts val="0"/>
              </a:spcAft>
              <a:buSzPts val="1472"/>
              <a:buNone/>
              <a:defRPr b="1" sz="1600"/>
            </a:lvl8pPr>
            <a:lvl9pPr indent="-228600" lvl="8" marL="4114800" algn="l">
              <a:spcBef>
                <a:spcPts val="600"/>
              </a:spcBef>
              <a:spcAft>
                <a:spcPts val="600"/>
              </a:spcAft>
              <a:buSzPts val="1472"/>
              <a:buNone/>
              <a:defRPr b="1" sz="1600"/>
            </a:lvl9pPr>
          </a:lstStyle>
          <a:p/>
        </p:txBody>
      </p:sp>
      <p:sp>
        <p:nvSpPr>
          <p:cNvPr id="44" name="Google Shape;44;p13"/>
          <p:cNvSpPr txBox="1"/>
          <p:nvPr>
            <p:ph idx="2" type="body"/>
          </p:nvPr>
        </p:nvSpPr>
        <p:spPr>
          <a:xfrm>
            <a:off x="581194" y="2926052"/>
            <a:ext cx="5194766" cy="2934999"/>
          </a:xfrm>
          <a:prstGeom prst="rect">
            <a:avLst/>
          </a:prstGeom>
          <a:noFill/>
          <a:ln>
            <a:noFill/>
          </a:ln>
        </p:spPr>
        <p:txBody>
          <a:bodyPr anchorCtr="0" anchor="t" bIns="45700" lIns="91425" spcFirstLastPara="1" rIns="91425" wrap="square" tIns="45700">
            <a:normAutofit/>
          </a:bodyPr>
          <a:lstStyle>
            <a:lvl1pPr indent="-333756" lvl="0" marL="457200" algn="l">
              <a:lnSpc>
                <a:spcPct val="110000"/>
              </a:lnSpc>
              <a:spcBef>
                <a:spcPts val="360"/>
              </a:spcBef>
              <a:spcAft>
                <a:spcPts val="0"/>
              </a:spcAft>
              <a:buSzPts val="1656"/>
              <a:buChar char="◼"/>
              <a:defRPr/>
            </a:lvl1pPr>
            <a:lvl2pPr indent="-333756" lvl="1" marL="914400" algn="l">
              <a:spcBef>
                <a:spcPts val="600"/>
              </a:spcBef>
              <a:spcAft>
                <a:spcPts val="0"/>
              </a:spcAft>
              <a:buSzPts val="1656"/>
              <a:buChar char="◼"/>
              <a:defRPr/>
            </a:lvl2pPr>
            <a:lvl3pPr indent="-333756" lvl="2" marL="1371600" algn="l">
              <a:spcBef>
                <a:spcPts val="600"/>
              </a:spcBef>
              <a:spcAft>
                <a:spcPts val="0"/>
              </a:spcAft>
              <a:buSzPts val="1656"/>
              <a:buChar char="◼"/>
              <a:defRPr/>
            </a:lvl3pPr>
            <a:lvl4pPr indent="-333756" lvl="3" marL="1828800" algn="l">
              <a:spcBef>
                <a:spcPts val="600"/>
              </a:spcBef>
              <a:spcAft>
                <a:spcPts val="0"/>
              </a:spcAft>
              <a:buSzPts val="1656"/>
              <a:buChar char="◼"/>
              <a:defRPr/>
            </a:lvl4pPr>
            <a:lvl5pPr indent="-333756" lvl="4" marL="2286000" algn="l">
              <a:spcBef>
                <a:spcPts val="600"/>
              </a:spcBef>
              <a:spcAft>
                <a:spcPts val="0"/>
              </a:spcAft>
              <a:buSzPts val="1656"/>
              <a:buChar char="◼"/>
              <a:defRPr/>
            </a:lvl5pPr>
            <a:lvl6pPr indent="-333756" lvl="5" marL="2743200" algn="l">
              <a:spcBef>
                <a:spcPts val="600"/>
              </a:spcBef>
              <a:spcAft>
                <a:spcPts val="0"/>
              </a:spcAft>
              <a:buSzPts val="1656"/>
              <a:buChar char="◼"/>
              <a:defRPr/>
            </a:lvl6pPr>
            <a:lvl7pPr indent="-333756" lvl="6" marL="3200400" algn="l">
              <a:spcBef>
                <a:spcPts val="600"/>
              </a:spcBef>
              <a:spcAft>
                <a:spcPts val="0"/>
              </a:spcAft>
              <a:buSzPts val="1656"/>
              <a:buChar char="◼"/>
              <a:defRPr/>
            </a:lvl7pPr>
            <a:lvl8pPr indent="-333756" lvl="7" marL="3657600" algn="l">
              <a:spcBef>
                <a:spcPts val="600"/>
              </a:spcBef>
              <a:spcAft>
                <a:spcPts val="0"/>
              </a:spcAft>
              <a:buSzPts val="1656"/>
              <a:buChar char="◼"/>
              <a:defRPr/>
            </a:lvl8pPr>
            <a:lvl9pPr indent="-333756" lvl="8" marL="4114800" algn="l">
              <a:spcBef>
                <a:spcPts val="600"/>
              </a:spcBef>
              <a:spcAft>
                <a:spcPts val="600"/>
              </a:spcAft>
              <a:buSzPts val="1656"/>
              <a:buChar char="◼"/>
              <a:defRPr/>
            </a:lvl9pPr>
          </a:lstStyle>
          <a:p/>
        </p:txBody>
      </p:sp>
      <p:sp>
        <p:nvSpPr>
          <p:cNvPr id="45" name="Google Shape;45;p13"/>
          <p:cNvSpPr txBox="1"/>
          <p:nvPr>
            <p:ph idx="3" type="body"/>
          </p:nvPr>
        </p:nvSpPr>
        <p:spPr>
          <a:xfrm>
            <a:off x="6416039" y="2250892"/>
            <a:ext cx="5194770" cy="553373"/>
          </a:xfrm>
          <a:prstGeom prst="rect">
            <a:avLst/>
          </a:prstGeom>
          <a:noFill/>
          <a:ln>
            <a:noFill/>
          </a:ln>
        </p:spPr>
        <p:txBody>
          <a:bodyPr anchorCtr="0" anchor="ctr" bIns="45700" lIns="91425" spcFirstLastPara="1" rIns="91425" wrap="square" tIns="45700">
            <a:noAutofit/>
          </a:bodyPr>
          <a:lstStyle>
            <a:lvl1pPr indent="-228600" lvl="0" marL="457200" marR="0" algn="l">
              <a:lnSpc>
                <a:spcPct val="100000"/>
              </a:lnSpc>
              <a:spcBef>
                <a:spcPts val="400"/>
              </a:spcBef>
              <a:spcAft>
                <a:spcPts val="0"/>
              </a:spcAft>
              <a:buClr>
                <a:schemeClr val="accent1"/>
              </a:buClr>
              <a:buSzPts val="1840"/>
              <a:buFont typeface="Noto Sans Symbols"/>
              <a:buNone/>
              <a:defRPr b="0" sz="2000">
                <a:solidFill>
                  <a:srgbClr val="3F3F3F"/>
                </a:solidFill>
              </a:defRPr>
            </a:lvl1pPr>
            <a:lvl2pPr indent="-228600" lvl="1" marL="914400" algn="l">
              <a:spcBef>
                <a:spcPts val="600"/>
              </a:spcBef>
              <a:spcAft>
                <a:spcPts val="0"/>
              </a:spcAft>
              <a:buSzPts val="1840"/>
              <a:buNone/>
              <a:defRPr b="1" sz="2000"/>
            </a:lvl2pPr>
            <a:lvl3pPr indent="-228600" lvl="2" marL="1371600" algn="l">
              <a:spcBef>
                <a:spcPts val="600"/>
              </a:spcBef>
              <a:spcAft>
                <a:spcPts val="0"/>
              </a:spcAft>
              <a:buSzPts val="1656"/>
              <a:buNone/>
              <a:defRPr b="1" sz="1800"/>
            </a:lvl3pPr>
            <a:lvl4pPr indent="-228600" lvl="3" marL="1828800" algn="l">
              <a:spcBef>
                <a:spcPts val="600"/>
              </a:spcBef>
              <a:spcAft>
                <a:spcPts val="0"/>
              </a:spcAft>
              <a:buSzPts val="1472"/>
              <a:buNone/>
              <a:defRPr b="1" sz="1600"/>
            </a:lvl4pPr>
            <a:lvl5pPr indent="-228600" lvl="4" marL="2286000" algn="l">
              <a:spcBef>
                <a:spcPts val="600"/>
              </a:spcBef>
              <a:spcAft>
                <a:spcPts val="0"/>
              </a:spcAft>
              <a:buSzPts val="1472"/>
              <a:buNone/>
              <a:defRPr b="1" sz="1600"/>
            </a:lvl5pPr>
            <a:lvl6pPr indent="-228600" lvl="5" marL="2743200" algn="l">
              <a:spcBef>
                <a:spcPts val="600"/>
              </a:spcBef>
              <a:spcAft>
                <a:spcPts val="0"/>
              </a:spcAft>
              <a:buSzPts val="1472"/>
              <a:buNone/>
              <a:defRPr b="1" sz="1600"/>
            </a:lvl6pPr>
            <a:lvl7pPr indent="-228600" lvl="6" marL="3200400" algn="l">
              <a:spcBef>
                <a:spcPts val="600"/>
              </a:spcBef>
              <a:spcAft>
                <a:spcPts val="0"/>
              </a:spcAft>
              <a:buSzPts val="1472"/>
              <a:buNone/>
              <a:defRPr b="1" sz="1600"/>
            </a:lvl7pPr>
            <a:lvl8pPr indent="-228600" lvl="7" marL="3657600" algn="l">
              <a:spcBef>
                <a:spcPts val="600"/>
              </a:spcBef>
              <a:spcAft>
                <a:spcPts val="0"/>
              </a:spcAft>
              <a:buSzPts val="1472"/>
              <a:buNone/>
              <a:defRPr b="1" sz="1600"/>
            </a:lvl8pPr>
            <a:lvl9pPr indent="-228600" lvl="8" marL="4114800" algn="l">
              <a:spcBef>
                <a:spcPts val="600"/>
              </a:spcBef>
              <a:spcAft>
                <a:spcPts val="600"/>
              </a:spcAft>
              <a:buSzPts val="1472"/>
              <a:buNone/>
              <a:defRPr b="1" sz="1600"/>
            </a:lvl9pPr>
          </a:lstStyle>
          <a:p/>
        </p:txBody>
      </p:sp>
      <p:sp>
        <p:nvSpPr>
          <p:cNvPr id="46" name="Google Shape;46;p13"/>
          <p:cNvSpPr txBox="1"/>
          <p:nvPr>
            <p:ph idx="4" type="body"/>
          </p:nvPr>
        </p:nvSpPr>
        <p:spPr>
          <a:xfrm>
            <a:off x="6416037" y="2926052"/>
            <a:ext cx="5194771" cy="2934999"/>
          </a:xfrm>
          <a:prstGeom prst="rect">
            <a:avLst/>
          </a:prstGeom>
          <a:noFill/>
          <a:ln>
            <a:noFill/>
          </a:ln>
        </p:spPr>
        <p:txBody>
          <a:bodyPr anchorCtr="0" anchor="t" bIns="45700" lIns="91425" spcFirstLastPara="1" rIns="91425" wrap="square" tIns="45700">
            <a:normAutofit/>
          </a:bodyPr>
          <a:lstStyle>
            <a:lvl1pPr indent="-333756" lvl="0" marL="457200" algn="l">
              <a:lnSpc>
                <a:spcPct val="110000"/>
              </a:lnSpc>
              <a:spcBef>
                <a:spcPts val="360"/>
              </a:spcBef>
              <a:spcAft>
                <a:spcPts val="0"/>
              </a:spcAft>
              <a:buSzPts val="1656"/>
              <a:buChar char="◼"/>
              <a:defRPr/>
            </a:lvl1pPr>
            <a:lvl2pPr indent="-333756" lvl="1" marL="914400" algn="l">
              <a:spcBef>
                <a:spcPts val="600"/>
              </a:spcBef>
              <a:spcAft>
                <a:spcPts val="0"/>
              </a:spcAft>
              <a:buSzPts val="1656"/>
              <a:buChar char="◼"/>
              <a:defRPr/>
            </a:lvl2pPr>
            <a:lvl3pPr indent="-333756" lvl="2" marL="1371600" algn="l">
              <a:spcBef>
                <a:spcPts val="600"/>
              </a:spcBef>
              <a:spcAft>
                <a:spcPts val="0"/>
              </a:spcAft>
              <a:buSzPts val="1656"/>
              <a:buChar char="◼"/>
              <a:defRPr/>
            </a:lvl3pPr>
            <a:lvl4pPr indent="-333756" lvl="3" marL="1828800" algn="l">
              <a:spcBef>
                <a:spcPts val="600"/>
              </a:spcBef>
              <a:spcAft>
                <a:spcPts val="0"/>
              </a:spcAft>
              <a:buSzPts val="1656"/>
              <a:buChar char="◼"/>
              <a:defRPr/>
            </a:lvl4pPr>
            <a:lvl5pPr indent="-333756" lvl="4" marL="2286000" algn="l">
              <a:spcBef>
                <a:spcPts val="600"/>
              </a:spcBef>
              <a:spcAft>
                <a:spcPts val="0"/>
              </a:spcAft>
              <a:buSzPts val="1656"/>
              <a:buChar char="◼"/>
              <a:defRPr/>
            </a:lvl5pPr>
            <a:lvl6pPr indent="-333756" lvl="5" marL="2743200" algn="l">
              <a:spcBef>
                <a:spcPts val="600"/>
              </a:spcBef>
              <a:spcAft>
                <a:spcPts val="0"/>
              </a:spcAft>
              <a:buSzPts val="1656"/>
              <a:buChar char="◼"/>
              <a:defRPr/>
            </a:lvl6pPr>
            <a:lvl7pPr indent="-333756" lvl="6" marL="3200400" algn="l">
              <a:spcBef>
                <a:spcPts val="600"/>
              </a:spcBef>
              <a:spcAft>
                <a:spcPts val="0"/>
              </a:spcAft>
              <a:buSzPts val="1656"/>
              <a:buChar char="◼"/>
              <a:defRPr/>
            </a:lvl7pPr>
            <a:lvl8pPr indent="-333756" lvl="7" marL="3657600" algn="l">
              <a:spcBef>
                <a:spcPts val="600"/>
              </a:spcBef>
              <a:spcAft>
                <a:spcPts val="0"/>
              </a:spcAft>
              <a:buSzPts val="1656"/>
              <a:buChar char="◼"/>
              <a:defRPr/>
            </a:lvl8pPr>
            <a:lvl9pPr indent="-333756" lvl="8" marL="4114800" algn="l">
              <a:spcBef>
                <a:spcPts val="600"/>
              </a:spcBef>
              <a:spcAft>
                <a:spcPts val="600"/>
              </a:spcAft>
              <a:buSzPts val="1656"/>
              <a:buChar char="◼"/>
              <a:defRPr/>
            </a:lvl9pPr>
          </a:lstStyle>
          <a:p/>
        </p:txBody>
      </p:sp>
      <p:sp>
        <p:nvSpPr>
          <p:cNvPr id="47" name="Google Shape;47;p13"/>
          <p:cNvSpPr txBox="1"/>
          <p:nvPr>
            <p:ph idx="10" type="dt"/>
          </p:nvPr>
        </p:nvSpPr>
        <p:spPr>
          <a:xfrm>
            <a:off x="7605951" y="6423914"/>
            <a:ext cx="284479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3"/>
          <p:cNvSpPr txBox="1"/>
          <p:nvPr>
            <p:ph idx="11" type="ftr"/>
          </p:nvPr>
        </p:nvSpPr>
        <p:spPr>
          <a:xfrm>
            <a:off x="581192" y="6423914"/>
            <a:ext cx="691721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13"/>
          <p:cNvSpPr txBox="1"/>
          <p:nvPr>
            <p:ph idx="12" type="sldNum"/>
          </p:nvPr>
        </p:nvSpPr>
        <p:spPr>
          <a:xfrm>
            <a:off x="10558300" y="6423914"/>
            <a:ext cx="105251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0" name="Shape 50"/>
        <p:cNvGrpSpPr/>
        <p:nvPr/>
      </p:nvGrpSpPr>
      <p:grpSpPr>
        <a:xfrm>
          <a:off x="0" y="0"/>
          <a:ext cx="0" cy="0"/>
          <a:chOff x="0" y="0"/>
          <a:chExt cx="0" cy="0"/>
        </a:xfrm>
      </p:grpSpPr>
      <p:sp>
        <p:nvSpPr>
          <p:cNvPr id="51" name="Google Shape;51;p14"/>
          <p:cNvSpPr txBox="1"/>
          <p:nvPr>
            <p:ph type="title"/>
          </p:nvPr>
        </p:nvSpPr>
        <p:spPr>
          <a:xfrm>
            <a:off x="575894" y="729658"/>
            <a:ext cx="11029616" cy="988332"/>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rgbClr val="3F3F3F"/>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4"/>
          <p:cNvSpPr txBox="1"/>
          <p:nvPr>
            <p:ph idx="10" type="dt"/>
          </p:nvPr>
        </p:nvSpPr>
        <p:spPr>
          <a:xfrm>
            <a:off x="7605951" y="6423914"/>
            <a:ext cx="284479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4"/>
          <p:cNvSpPr txBox="1"/>
          <p:nvPr>
            <p:ph idx="11" type="ftr"/>
          </p:nvPr>
        </p:nvSpPr>
        <p:spPr>
          <a:xfrm>
            <a:off x="581192" y="6423914"/>
            <a:ext cx="691721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14"/>
          <p:cNvSpPr txBox="1"/>
          <p:nvPr>
            <p:ph idx="12" type="sldNum"/>
          </p:nvPr>
        </p:nvSpPr>
        <p:spPr>
          <a:xfrm>
            <a:off x="10558300" y="6423914"/>
            <a:ext cx="105251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5" name="Shape 55"/>
        <p:cNvGrpSpPr/>
        <p:nvPr/>
      </p:nvGrpSpPr>
      <p:grpSpPr>
        <a:xfrm>
          <a:off x="0" y="0"/>
          <a:ext cx="0" cy="0"/>
          <a:chOff x="0" y="0"/>
          <a:chExt cx="0" cy="0"/>
        </a:xfrm>
      </p:grpSpPr>
      <p:sp>
        <p:nvSpPr>
          <p:cNvPr id="56" name="Google Shape;56;p15"/>
          <p:cNvSpPr txBox="1"/>
          <p:nvPr>
            <p:ph idx="10" type="dt"/>
          </p:nvPr>
        </p:nvSpPr>
        <p:spPr>
          <a:xfrm>
            <a:off x="7605951" y="6423914"/>
            <a:ext cx="284479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15"/>
          <p:cNvSpPr txBox="1"/>
          <p:nvPr>
            <p:ph idx="11" type="ftr"/>
          </p:nvPr>
        </p:nvSpPr>
        <p:spPr>
          <a:xfrm>
            <a:off x="581192" y="6423914"/>
            <a:ext cx="691721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15"/>
          <p:cNvSpPr txBox="1"/>
          <p:nvPr>
            <p:ph idx="12" type="sldNum"/>
          </p:nvPr>
        </p:nvSpPr>
        <p:spPr>
          <a:xfrm>
            <a:off x="10558300" y="6423914"/>
            <a:ext cx="105251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9" name="Shape 59"/>
        <p:cNvGrpSpPr/>
        <p:nvPr/>
      </p:nvGrpSpPr>
      <p:grpSpPr>
        <a:xfrm>
          <a:off x="0" y="0"/>
          <a:ext cx="0" cy="0"/>
          <a:chOff x="0" y="0"/>
          <a:chExt cx="0" cy="0"/>
        </a:xfrm>
      </p:grpSpPr>
      <p:sp>
        <p:nvSpPr>
          <p:cNvPr id="60" name="Google Shape;60;p16"/>
          <p:cNvSpPr/>
          <p:nvPr/>
        </p:nvSpPr>
        <p:spPr>
          <a:xfrm>
            <a:off x="447817" y="601200"/>
            <a:ext cx="3682723" cy="5815475"/>
          </a:xfrm>
          <a:prstGeom prst="rect">
            <a:avLst/>
          </a:prstGeom>
          <a:solidFill>
            <a:srgbClr val="4653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16"/>
          <p:cNvSpPr txBox="1"/>
          <p:nvPr>
            <p:ph type="title"/>
          </p:nvPr>
        </p:nvSpPr>
        <p:spPr>
          <a:xfrm>
            <a:off x="767857" y="933450"/>
            <a:ext cx="3031852" cy="1722419"/>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rgbClr val="FFFFFF"/>
              </a:buClr>
              <a:buSzPts val="2400"/>
              <a:buFont typeface="Franklin Gothic"/>
              <a:buNone/>
              <a:defRPr b="0" sz="2400">
                <a:solidFill>
                  <a:srgbClr val="FFFFF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16"/>
          <p:cNvSpPr txBox="1"/>
          <p:nvPr>
            <p:ph idx="1" type="body"/>
          </p:nvPr>
        </p:nvSpPr>
        <p:spPr>
          <a:xfrm>
            <a:off x="4900928" y="1179829"/>
            <a:ext cx="6650991" cy="4658216"/>
          </a:xfrm>
          <a:prstGeom prst="rect">
            <a:avLst/>
          </a:prstGeom>
          <a:noFill/>
          <a:ln>
            <a:noFill/>
          </a:ln>
        </p:spPr>
        <p:txBody>
          <a:bodyPr anchorCtr="0" anchor="ctr" bIns="45700" lIns="91425" spcFirstLastPara="1" rIns="91425" wrap="square" tIns="45700">
            <a:normAutofit/>
          </a:bodyPr>
          <a:lstStyle>
            <a:lvl1pPr indent="-345440" lvl="0" marL="457200" algn="l">
              <a:lnSpc>
                <a:spcPct val="110000"/>
              </a:lnSpc>
              <a:spcBef>
                <a:spcPts val="400"/>
              </a:spcBef>
              <a:spcAft>
                <a:spcPts val="0"/>
              </a:spcAft>
              <a:buSzPts val="1840"/>
              <a:buChar char="◼"/>
              <a:defRPr sz="2000">
                <a:solidFill>
                  <a:schemeClr val="dk2"/>
                </a:solidFill>
              </a:defRPr>
            </a:lvl1pPr>
            <a:lvl2pPr indent="-333756" lvl="1" marL="914400" algn="l">
              <a:spcBef>
                <a:spcPts val="600"/>
              </a:spcBef>
              <a:spcAft>
                <a:spcPts val="0"/>
              </a:spcAft>
              <a:buSzPts val="1656"/>
              <a:buChar char="◼"/>
              <a:defRPr sz="1800">
                <a:solidFill>
                  <a:schemeClr val="dk2"/>
                </a:solidFill>
              </a:defRPr>
            </a:lvl2pPr>
            <a:lvl3pPr indent="-322072" lvl="2" marL="1371600" algn="l">
              <a:spcBef>
                <a:spcPts val="600"/>
              </a:spcBef>
              <a:spcAft>
                <a:spcPts val="0"/>
              </a:spcAft>
              <a:buSzPts val="1472"/>
              <a:buChar char="◼"/>
              <a:defRPr sz="1600">
                <a:solidFill>
                  <a:schemeClr val="dk2"/>
                </a:solidFill>
              </a:defRPr>
            </a:lvl3pPr>
            <a:lvl4pPr indent="-310388" lvl="3" marL="1828800" algn="l">
              <a:spcBef>
                <a:spcPts val="600"/>
              </a:spcBef>
              <a:spcAft>
                <a:spcPts val="0"/>
              </a:spcAft>
              <a:buSzPts val="1288"/>
              <a:buChar char="◼"/>
              <a:defRPr sz="1400">
                <a:solidFill>
                  <a:schemeClr val="dk2"/>
                </a:solidFill>
              </a:defRPr>
            </a:lvl4pPr>
            <a:lvl5pPr indent="-310388" lvl="4" marL="2286000" algn="l">
              <a:spcBef>
                <a:spcPts val="600"/>
              </a:spcBef>
              <a:spcAft>
                <a:spcPts val="0"/>
              </a:spcAft>
              <a:buSzPts val="1288"/>
              <a:buChar char="◼"/>
              <a:defRPr sz="1400">
                <a:solidFill>
                  <a:schemeClr val="dk2"/>
                </a:solidFill>
              </a:defRPr>
            </a:lvl5pPr>
            <a:lvl6pPr indent="-310388" lvl="5" marL="2743200" algn="l">
              <a:spcBef>
                <a:spcPts val="600"/>
              </a:spcBef>
              <a:spcAft>
                <a:spcPts val="0"/>
              </a:spcAft>
              <a:buSzPts val="1288"/>
              <a:buChar char="◼"/>
              <a:defRPr sz="1400">
                <a:solidFill>
                  <a:schemeClr val="dk2"/>
                </a:solidFill>
              </a:defRPr>
            </a:lvl6pPr>
            <a:lvl7pPr indent="-310388" lvl="6" marL="3200400" algn="l">
              <a:spcBef>
                <a:spcPts val="600"/>
              </a:spcBef>
              <a:spcAft>
                <a:spcPts val="0"/>
              </a:spcAft>
              <a:buSzPts val="1288"/>
              <a:buChar char="◼"/>
              <a:defRPr sz="1400">
                <a:solidFill>
                  <a:schemeClr val="dk2"/>
                </a:solidFill>
              </a:defRPr>
            </a:lvl7pPr>
            <a:lvl8pPr indent="-310388" lvl="7" marL="3657600" algn="l">
              <a:spcBef>
                <a:spcPts val="600"/>
              </a:spcBef>
              <a:spcAft>
                <a:spcPts val="0"/>
              </a:spcAft>
              <a:buSzPts val="1288"/>
              <a:buChar char="◼"/>
              <a:defRPr sz="1400">
                <a:solidFill>
                  <a:schemeClr val="dk2"/>
                </a:solidFill>
              </a:defRPr>
            </a:lvl8pPr>
            <a:lvl9pPr indent="-310388" lvl="8" marL="4114800" algn="l">
              <a:spcBef>
                <a:spcPts val="600"/>
              </a:spcBef>
              <a:spcAft>
                <a:spcPts val="600"/>
              </a:spcAft>
              <a:buSzPts val="1288"/>
              <a:buChar char="◼"/>
              <a:defRPr sz="1400">
                <a:solidFill>
                  <a:schemeClr val="dk2"/>
                </a:solidFill>
              </a:defRPr>
            </a:lvl9pPr>
          </a:lstStyle>
          <a:p/>
        </p:txBody>
      </p:sp>
      <p:sp>
        <p:nvSpPr>
          <p:cNvPr id="63" name="Google Shape;63;p16"/>
          <p:cNvSpPr txBox="1"/>
          <p:nvPr>
            <p:ph idx="2" type="body"/>
          </p:nvPr>
        </p:nvSpPr>
        <p:spPr>
          <a:xfrm>
            <a:off x="767857" y="2836654"/>
            <a:ext cx="3031852" cy="3001392"/>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320"/>
              </a:spcBef>
              <a:spcAft>
                <a:spcPts val="0"/>
              </a:spcAft>
              <a:buSzPts val="1472"/>
              <a:buNone/>
              <a:defRPr sz="1600">
                <a:solidFill>
                  <a:srgbClr val="FFFFFF"/>
                </a:solidFill>
              </a:defRPr>
            </a:lvl1pPr>
            <a:lvl2pPr indent="-228600" lvl="1" marL="914400" algn="l">
              <a:spcBef>
                <a:spcPts val="600"/>
              </a:spcBef>
              <a:spcAft>
                <a:spcPts val="0"/>
              </a:spcAft>
              <a:buSzPts val="1012"/>
              <a:buNone/>
              <a:defRPr sz="1100"/>
            </a:lvl2pPr>
            <a:lvl3pPr indent="-228600" lvl="2" marL="1371600" algn="l">
              <a:spcBef>
                <a:spcPts val="600"/>
              </a:spcBef>
              <a:spcAft>
                <a:spcPts val="0"/>
              </a:spcAft>
              <a:buSzPts val="920"/>
              <a:buNone/>
              <a:defRPr sz="1000"/>
            </a:lvl3pPr>
            <a:lvl4pPr indent="-228600" lvl="3" marL="1828800" algn="l">
              <a:spcBef>
                <a:spcPts val="600"/>
              </a:spcBef>
              <a:spcAft>
                <a:spcPts val="0"/>
              </a:spcAft>
              <a:buSzPts val="828"/>
              <a:buNone/>
              <a:defRPr sz="900"/>
            </a:lvl4pPr>
            <a:lvl5pPr indent="-228600" lvl="4" marL="2286000" algn="l">
              <a:spcBef>
                <a:spcPts val="600"/>
              </a:spcBef>
              <a:spcAft>
                <a:spcPts val="0"/>
              </a:spcAft>
              <a:buSzPts val="828"/>
              <a:buNone/>
              <a:defRPr sz="900"/>
            </a:lvl5pPr>
            <a:lvl6pPr indent="-228600" lvl="5" marL="2743200" algn="l">
              <a:spcBef>
                <a:spcPts val="600"/>
              </a:spcBef>
              <a:spcAft>
                <a:spcPts val="0"/>
              </a:spcAft>
              <a:buSzPts val="828"/>
              <a:buNone/>
              <a:defRPr sz="900"/>
            </a:lvl6pPr>
            <a:lvl7pPr indent="-228600" lvl="6" marL="3200400" algn="l">
              <a:spcBef>
                <a:spcPts val="600"/>
              </a:spcBef>
              <a:spcAft>
                <a:spcPts val="0"/>
              </a:spcAft>
              <a:buSzPts val="828"/>
              <a:buNone/>
              <a:defRPr sz="900"/>
            </a:lvl7pPr>
            <a:lvl8pPr indent="-228600" lvl="7" marL="3657600" algn="l">
              <a:spcBef>
                <a:spcPts val="600"/>
              </a:spcBef>
              <a:spcAft>
                <a:spcPts val="0"/>
              </a:spcAft>
              <a:buSzPts val="828"/>
              <a:buNone/>
              <a:defRPr sz="900"/>
            </a:lvl8pPr>
            <a:lvl9pPr indent="-228600" lvl="8" marL="4114800" algn="l">
              <a:spcBef>
                <a:spcPts val="600"/>
              </a:spcBef>
              <a:spcAft>
                <a:spcPts val="600"/>
              </a:spcAft>
              <a:buSzPts val="828"/>
              <a:buNone/>
              <a:defRPr sz="900"/>
            </a:lvl9pPr>
          </a:lstStyle>
          <a:p/>
        </p:txBody>
      </p:sp>
      <p:sp>
        <p:nvSpPr>
          <p:cNvPr id="64" name="Google Shape;64;p16"/>
          <p:cNvSpPr txBox="1"/>
          <p:nvPr>
            <p:ph idx="10" type="dt"/>
          </p:nvPr>
        </p:nvSpPr>
        <p:spPr>
          <a:xfrm>
            <a:off x="7605951" y="6456916"/>
            <a:ext cx="284479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16"/>
          <p:cNvSpPr txBox="1"/>
          <p:nvPr>
            <p:ph idx="11" type="ftr"/>
          </p:nvPr>
        </p:nvSpPr>
        <p:spPr>
          <a:xfrm>
            <a:off x="581192" y="6452590"/>
            <a:ext cx="691721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6"/>
          <p:cNvSpPr txBox="1"/>
          <p:nvPr>
            <p:ph idx="12" type="sldNum"/>
          </p:nvPr>
        </p:nvSpPr>
        <p:spPr>
          <a:xfrm>
            <a:off x="10558300" y="6456916"/>
            <a:ext cx="105251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7" name="Shape 67"/>
        <p:cNvGrpSpPr/>
        <p:nvPr/>
      </p:nvGrpSpPr>
      <p:grpSpPr>
        <a:xfrm>
          <a:off x="0" y="0"/>
          <a:ext cx="0" cy="0"/>
          <a:chOff x="0" y="0"/>
          <a:chExt cx="0" cy="0"/>
        </a:xfrm>
      </p:grpSpPr>
      <p:sp>
        <p:nvSpPr>
          <p:cNvPr id="68" name="Google Shape;68;p17"/>
          <p:cNvSpPr txBox="1"/>
          <p:nvPr>
            <p:ph type="title"/>
          </p:nvPr>
        </p:nvSpPr>
        <p:spPr>
          <a:xfrm>
            <a:off x="581193" y="4693389"/>
            <a:ext cx="11029616"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rgbClr val="3F3F3F"/>
              </a:buClr>
              <a:buSzPts val="2400"/>
              <a:buFont typeface="Franklin Gothic"/>
              <a:buNone/>
              <a:defRPr b="0" sz="2400">
                <a:solidFill>
                  <a:srgbClr val="3F3F3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17"/>
          <p:cNvSpPr/>
          <p:nvPr>
            <p:ph idx="2" type="pic"/>
          </p:nvPr>
        </p:nvSpPr>
        <p:spPr>
          <a:xfrm>
            <a:off x="447817" y="641350"/>
            <a:ext cx="11290859" cy="3651249"/>
          </a:xfrm>
          <a:prstGeom prst="rect">
            <a:avLst/>
          </a:prstGeom>
          <a:noFill/>
          <a:ln>
            <a:noFill/>
          </a:ln>
        </p:spPr>
      </p:sp>
      <p:sp>
        <p:nvSpPr>
          <p:cNvPr id="70" name="Google Shape;70;p17"/>
          <p:cNvSpPr txBox="1"/>
          <p:nvPr>
            <p:ph idx="1" type="body"/>
          </p:nvPr>
        </p:nvSpPr>
        <p:spPr>
          <a:xfrm>
            <a:off x="581192" y="5260127"/>
            <a:ext cx="11029617" cy="998148"/>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320"/>
              </a:spcBef>
              <a:spcAft>
                <a:spcPts val="0"/>
              </a:spcAft>
              <a:buSzPts val="1472"/>
              <a:buNone/>
              <a:defRPr sz="1600"/>
            </a:lvl1pPr>
            <a:lvl2pPr indent="-228600" lvl="1" marL="914400" algn="l">
              <a:spcBef>
                <a:spcPts val="600"/>
              </a:spcBef>
              <a:spcAft>
                <a:spcPts val="0"/>
              </a:spcAft>
              <a:buSzPts val="1104"/>
              <a:buNone/>
              <a:defRPr sz="1200"/>
            </a:lvl2pPr>
            <a:lvl3pPr indent="-228600" lvl="2" marL="1371600" algn="l">
              <a:spcBef>
                <a:spcPts val="600"/>
              </a:spcBef>
              <a:spcAft>
                <a:spcPts val="0"/>
              </a:spcAft>
              <a:buSzPts val="920"/>
              <a:buNone/>
              <a:defRPr sz="1000"/>
            </a:lvl3pPr>
            <a:lvl4pPr indent="-228600" lvl="3" marL="1828800" algn="l">
              <a:spcBef>
                <a:spcPts val="600"/>
              </a:spcBef>
              <a:spcAft>
                <a:spcPts val="0"/>
              </a:spcAft>
              <a:buSzPts val="828"/>
              <a:buNone/>
              <a:defRPr sz="900"/>
            </a:lvl4pPr>
            <a:lvl5pPr indent="-228600" lvl="4" marL="2286000" algn="l">
              <a:spcBef>
                <a:spcPts val="600"/>
              </a:spcBef>
              <a:spcAft>
                <a:spcPts val="0"/>
              </a:spcAft>
              <a:buSzPts val="828"/>
              <a:buNone/>
              <a:defRPr sz="900"/>
            </a:lvl5pPr>
            <a:lvl6pPr indent="-228600" lvl="5" marL="2743200" algn="l">
              <a:spcBef>
                <a:spcPts val="600"/>
              </a:spcBef>
              <a:spcAft>
                <a:spcPts val="0"/>
              </a:spcAft>
              <a:buSzPts val="828"/>
              <a:buNone/>
              <a:defRPr sz="900"/>
            </a:lvl6pPr>
            <a:lvl7pPr indent="-228600" lvl="6" marL="3200400" algn="l">
              <a:spcBef>
                <a:spcPts val="600"/>
              </a:spcBef>
              <a:spcAft>
                <a:spcPts val="0"/>
              </a:spcAft>
              <a:buSzPts val="828"/>
              <a:buNone/>
              <a:defRPr sz="900"/>
            </a:lvl7pPr>
            <a:lvl8pPr indent="-228600" lvl="7" marL="3657600" algn="l">
              <a:spcBef>
                <a:spcPts val="600"/>
              </a:spcBef>
              <a:spcAft>
                <a:spcPts val="0"/>
              </a:spcAft>
              <a:buSzPts val="828"/>
              <a:buNone/>
              <a:defRPr sz="900"/>
            </a:lvl8pPr>
            <a:lvl9pPr indent="-228600" lvl="8" marL="4114800" algn="l">
              <a:spcBef>
                <a:spcPts val="600"/>
              </a:spcBef>
              <a:spcAft>
                <a:spcPts val="600"/>
              </a:spcAft>
              <a:buSzPts val="828"/>
              <a:buNone/>
              <a:defRPr sz="900"/>
            </a:lvl9pPr>
          </a:lstStyle>
          <a:p/>
        </p:txBody>
      </p:sp>
      <p:sp>
        <p:nvSpPr>
          <p:cNvPr id="71" name="Google Shape;71;p17"/>
          <p:cNvSpPr txBox="1"/>
          <p:nvPr>
            <p:ph idx="10" type="dt"/>
          </p:nvPr>
        </p:nvSpPr>
        <p:spPr>
          <a:xfrm>
            <a:off x="7605951" y="6423914"/>
            <a:ext cx="284479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7"/>
          <p:cNvSpPr txBox="1"/>
          <p:nvPr>
            <p:ph idx="11" type="ftr"/>
          </p:nvPr>
        </p:nvSpPr>
        <p:spPr>
          <a:xfrm>
            <a:off x="581192" y="6423914"/>
            <a:ext cx="691721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7"/>
          <p:cNvSpPr txBox="1"/>
          <p:nvPr>
            <p:ph idx="12" type="sldNum"/>
          </p:nvPr>
        </p:nvSpPr>
        <p:spPr>
          <a:xfrm>
            <a:off x="10558300" y="6423914"/>
            <a:ext cx="105251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4" name="Shape 74"/>
        <p:cNvGrpSpPr/>
        <p:nvPr/>
      </p:nvGrpSpPr>
      <p:grpSpPr>
        <a:xfrm>
          <a:off x="0" y="0"/>
          <a:ext cx="0" cy="0"/>
          <a:chOff x="0" y="0"/>
          <a:chExt cx="0" cy="0"/>
        </a:xfrm>
      </p:grpSpPr>
      <p:sp>
        <p:nvSpPr>
          <p:cNvPr id="75" name="Google Shape;75;p18"/>
          <p:cNvSpPr txBox="1"/>
          <p:nvPr>
            <p:ph type="title"/>
          </p:nvPr>
        </p:nvSpPr>
        <p:spPr>
          <a:xfrm>
            <a:off x="581192" y="702156"/>
            <a:ext cx="11029616" cy="10138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rgbClr val="3F3F3F"/>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8"/>
          <p:cNvSpPr txBox="1"/>
          <p:nvPr>
            <p:ph idx="1" type="body"/>
          </p:nvPr>
        </p:nvSpPr>
        <p:spPr>
          <a:xfrm rot="5400000">
            <a:off x="4269977" y="-1352782"/>
            <a:ext cx="3652047" cy="11029616"/>
          </a:xfrm>
          <a:prstGeom prst="rect">
            <a:avLst/>
          </a:prstGeom>
          <a:noFill/>
          <a:ln>
            <a:noFill/>
          </a:ln>
        </p:spPr>
        <p:txBody>
          <a:bodyPr anchorCtr="0" anchor="t" bIns="45700" lIns="91425" spcFirstLastPara="1" rIns="91425" wrap="square" tIns="45700">
            <a:normAutofit/>
          </a:bodyPr>
          <a:lstStyle>
            <a:lvl1pPr indent="-327914" lvl="0" marL="457200" algn="l">
              <a:lnSpc>
                <a:spcPct val="110000"/>
              </a:lnSpc>
              <a:spcBef>
                <a:spcPts val="340"/>
              </a:spcBef>
              <a:spcAft>
                <a:spcPts val="0"/>
              </a:spcAft>
              <a:buSzPts val="1564"/>
              <a:buChar char="◼"/>
              <a:defRPr/>
            </a:lvl1pPr>
            <a:lvl2pPr indent="-310387" lvl="1" marL="914400" algn="l">
              <a:spcBef>
                <a:spcPts val="600"/>
              </a:spcBef>
              <a:spcAft>
                <a:spcPts val="0"/>
              </a:spcAft>
              <a:buSzPts val="1288"/>
              <a:buChar char="◼"/>
              <a:defRPr/>
            </a:lvl2pPr>
            <a:lvl3pPr indent="-304546" lvl="2" marL="1371600" algn="l">
              <a:spcBef>
                <a:spcPts val="600"/>
              </a:spcBef>
              <a:spcAft>
                <a:spcPts val="0"/>
              </a:spcAft>
              <a:buSzPts val="1196"/>
              <a:buChar char="◼"/>
              <a:defRPr/>
            </a:lvl3pPr>
            <a:lvl4pPr indent="-292861" lvl="3" marL="1828800" algn="l">
              <a:spcBef>
                <a:spcPts val="600"/>
              </a:spcBef>
              <a:spcAft>
                <a:spcPts val="0"/>
              </a:spcAft>
              <a:buSzPts val="1012"/>
              <a:buChar char="◼"/>
              <a:defRPr/>
            </a:lvl4pPr>
            <a:lvl5pPr indent="-292861" lvl="4" marL="2286000" algn="l">
              <a:spcBef>
                <a:spcPts val="600"/>
              </a:spcBef>
              <a:spcAft>
                <a:spcPts val="0"/>
              </a:spcAft>
              <a:buSzPts val="1012"/>
              <a:buChar char="◼"/>
              <a:defRPr/>
            </a:lvl5pPr>
            <a:lvl6pPr indent="-333756" lvl="5" marL="2743200" algn="l">
              <a:spcBef>
                <a:spcPts val="600"/>
              </a:spcBef>
              <a:spcAft>
                <a:spcPts val="0"/>
              </a:spcAft>
              <a:buSzPts val="1656"/>
              <a:buChar char="◼"/>
              <a:defRPr/>
            </a:lvl6pPr>
            <a:lvl7pPr indent="-333756" lvl="6" marL="3200400" algn="l">
              <a:spcBef>
                <a:spcPts val="600"/>
              </a:spcBef>
              <a:spcAft>
                <a:spcPts val="0"/>
              </a:spcAft>
              <a:buSzPts val="1656"/>
              <a:buChar char="◼"/>
              <a:defRPr/>
            </a:lvl7pPr>
            <a:lvl8pPr indent="-333756" lvl="7" marL="3657600" algn="l">
              <a:spcBef>
                <a:spcPts val="600"/>
              </a:spcBef>
              <a:spcAft>
                <a:spcPts val="0"/>
              </a:spcAft>
              <a:buSzPts val="1656"/>
              <a:buChar char="◼"/>
              <a:defRPr/>
            </a:lvl8pPr>
            <a:lvl9pPr indent="-333756" lvl="8" marL="4114800" algn="l">
              <a:spcBef>
                <a:spcPts val="600"/>
              </a:spcBef>
              <a:spcAft>
                <a:spcPts val="600"/>
              </a:spcAft>
              <a:buSzPts val="1656"/>
              <a:buChar char="◼"/>
              <a:defRPr/>
            </a:lvl9pPr>
          </a:lstStyle>
          <a:p/>
        </p:txBody>
      </p:sp>
      <p:sp>
        <p:nvSpPr>
          <p:cNvPr id="77" name="Google Shape;77;p18"/>
          <p:cNvSpPr txBox="1"/>
          <p:nvPr>
            <p:ph idx="10" type="dt"/>
          </p:nvPr>
        </p:nvSpPr>
        <p:spPr>
          <a:xfrm>
            <a:off x="7605951" y="6423914"/>
            <a:ext cx="284479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8"/>
          <p:cNvSpPr txBox="1"/>
          <p:nvPr>
            <p:ph idx="11" type="ftr"/>
          </p:nvPr>
        </p:nvSpPr>
        <p:spPr>
          <a:xfrm>
            <a:off x="581192" y="6423914"/>
            <a:ext cx="691721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8"/>
          <p:cNvSpPr txBox="1"/>
          <p:nvPr>
            <p:ph idx="12" type="sldNum"/>
          </p:nvPr>
        </p:nvSpPr>
        <p:spPr>
          <a:xfrm>
            <a:off x="10558300" y="6423914"/>
            <a:ext cx="105251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showMasterSp="0" type="vertTitleAndTx">
  <p:cSld name="VERTICAL_TITLE_AND_VERTICAL_TEXT">
    <p:spTree>
      <p:nvGrpSpPr>
        <p:cNvPr id="80" name="Shape 80"/>
        <p:cNvGrpSpPr/>
        <p:nvPr/>
      </p:nvGrpSpPr>
      <p:grpSpPr>
        <a:xfrm>
          <a:off x="0" y="0"/>
          <a:ext cx="0" cy="0"/>
          <a:chOff x="0" y="0"/>
          <a:chExt cx="0" cy="0"/>
        </a:xfrm>
      </p:grpSpPr>
      <p:sp>
        <p:nvSpPr>
          <p:cNvPr id="81" name="Google Shape;81;p19"/>
          <p:cNvSpPr/>
          <p:nvPr/>
        </p:nvSpPr>
        <p:spPr>
          <a:xfrm>
            <a:off x="8058151" y="599725"/>
            <a:ext cx="3687316" cy="5816950"/>
          </a:xfrm>
          <a:prstGeom prst="rect">
            <a:avLst/>
          </a:prstGeom>
          <a:solidFill>
            <a:srgbClr val="4653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9"/>
          <p:cNvSpPr txBox="1"/>
          <p:nvPr>
            <p:ph type="title"/>
          </p:nvPr>
        </p:nvSpPr>
        <p:spPr>
          <a:xfrm rot="5400000">
            <a:off x="7362637" y="1705163"/>
            <a:ext cx="4807326" cy="312420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rgbClr val="FFFFFF"/>
              </a:buClr>
              <a:buSzPts val="2800"/>
              <a:buFont typeface="Franklin Gothic"/>
              <a:buNone/>
              <a:defRPr>
                <a:solidFill>
                  <a:srgbClr val="FFFFF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9"/>
          <p:cNvSpPr txBox="1"/>
          <p:nvPr>
            <p:ph idx="1" type="body"/>
          </p:nvPr>
        </p:nvSpPr>
        <p:spPr>
          <a:xfrm rot="5400000">
            <a:off x="1952072" y="-313549"/>
            <a:ext cx="4807326" cy="7161625"/>
          </a:xfrm>
          <a:prstGeom prst="rect">
            <a:avLst/>
          </a:prstGeom>
          <a:noFill/>
          <a:ln>
            <a:noFill/>
          </a:ln>
        </p:spPr>
        <p:txBody>
          <a:bodyPr anchorCtr="0" anchor="t" bIns="45700" lIns="91425" spcFirstLastPara="1" rIns="91425" wrap="square" tIns="45700">
            <a:normAutofit/>
          </a:bodyPr>
          <a:lstStyle>
            <a:lvl1pPr indent="-333756" lvl="0" marL="457200" algn="l">
              <a:lnSpc>
                <a:spcPct val="110000"/>
              </a:lnSpc>
              <a:spcBef>
                <a:spcPts val="360"/>
              </a:spcBef>
              <a:spcAft>
                <a:spcPts val="0"/>
              </a:spcAft>
              <a:buSzPts val="1656"/>
              <a:buChar char="◼"/>
              <a:defRPr/>
            </a:lvl1pPr>
            <a:lvl2pPr indent="-333756" lvl="1" marL="914400" algn="l">
              <a:spcBef>
                <a:spcPts val="600"/>
              </a:spcBef>
              <a:spcAft>
                <a:spcPts val="0"/>
              </a:spcAft>
              <a:buSzPts val="1656"/>
              <a:buChar char="◼"/>
              <a:defRPr/>
            </a:lvl2pPr>
            <a:lvl3pPr indent="-333756" lvl="2" marL="1371600" algn="l">
              <a:spcBef>
                <a:spcPts val="600"/>
              </a:spcBef>
              <a:spcAft>
                <a:spcPts val="0"/>
              </a:spcAft>
              <a:buSzPts val="1656"/>
              <a:buChar char="◼"/>
              <a:defRPr/>
            </a:lvl3pPr>
            <a:lvl4pPr indent="-333756" lvl="3" marL="1828800" algn="l">
              <a:spcBef>
                <a:spcPts val="600"/>
              </a:spcBef>
              <a:spcAft>
                <a:spcPts val="0"/>
              </a:spcAft>
              <a:buSzPts val="1656"/>
              <a:buChar char="◼"/>
              <a:defRPr/>
            </a:lvl4pPr>
            <a:lvl5pPr indent="-333756" lvl="4" marL="2286000" algn="l">
              <a:spcBef>
                <a:spcPts val="600"/>
              </a:spcBef>
              <a:spcAft>
                <a:spcPts val="0"/>
              </a:spcAft>
              <a:buSzPts val="1656"/>
              <a:buChar char="◼"/>
              <a:defRPr/>
            </a:lvl5pPr>
            <a:lvl6pPr indent="-333756" lvl="5" marL="2743200" algn="l">
              <a:spcBef>
                <a:spcPts val="600"/>
              </a:spcBef>
              <a:spcAft>
                <a:spcPts val="0"/>
              </a:spcAft>
              <a:buSzPts val="1656"/>
              <a:buChar char="◼"/>
              <a:defRPr/>
            </a:lvl6pPr>
            <a:lvl7pPr indent="-333756" lvl="6" marL="3200400" algn="l">
              <a:spcBef>
                <a:spcPts val="600"/>
              </a:spcBef>
              <a:spcAft>
                <a:spcPts val="0"/>
              </a:spcAft>
              <a:buSzPts val="1656"/>
              <a:buChar char="◼"/>
              <a:defRPr/>
            </a:lvl7pPr>
            <a:lvl8pPr indent="-333756" lvl="7" marL="3657600" algn="l">
              <a:spcBef>
                <a:spcPts val="600"/>
              </a:spcBef>
              <a:spcAft>
                <a:spcPts val="0"/>
              </a:spcAft>
              <a:buSzPts val="1656"/>
              <a:buChar char="◼"/>
              <a:defRPr/>
            </a:lvl8pPr>
            <a:lvl9pPr indent="-333756" lvl="8" marL="4114800" algn="l">
              <a:spcBef>
                <a:spcPts val="600"/>
              </a:spcBef>
              <a:spcAft>
                <a:spcPts val="600"/>
              </a:spcAft>
              <a:buSzPts val="1656"/>
              <a:buChar char="◼"/>
              <a:defRPr/>
            </a:lvl9pPr>
          </a:lstStyle>
          <a:p/>
        </p:txBody>
      </p:sp>
      <p:sp>
        <p:nvSpPr>
          <p:cNvPr id="84" name="Google Shape;84;p19"/>
          <p:cNvSpPr/>
          <p:nvPr/>
        </p:nvSpPr>
        <p:spPr>
          <a:xfrm>
            <a:off x="446534" y="457200"/>
            <a:ext cx="3703320" cy="94997"/>
          </a:xfrm>
          <a:prstGeom prst="rect">
            <a:avLst/>
          </a:prstGeom>
          <a:solidFill>
            <a:srgbClr val="969FA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19"/>
          <p:cNvSpPr/>
          <p:nvPr/>
        </p:nvSpPr>
        <p:spPr>
          <a:xfrm>
            <a:off x="8042147" y="453643"/>
            <a:ext cx="3703320" cy="98554"/>
          </a:xfrm>
          <a:prstGeom prst="rect">
            <a:avLst/>
          </a:prstGeom>
          <a:solidFill>
            <a:srgbClr val="4653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19"/>
          <p:cNvSpPr/>
          <p:nvPr/>
        </p:nvSpPr>
        <p:spPr>
          <a:xfrm>
            <a:off x="4241830" y="457200"/>
            <a:ext cx="3703320" cy="9144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19"/>
          <p:cNvSpPr txBox="1"/>
          <p:nvPr>
            <p:ph idx="10" type="dt"/>
          </p:nvPr>
        </p:nvSpPr>
        <p:spPr>
          <a:xfrm>
            <a:off x="7605951" y="6423914"/>
            <a:ext cx="284479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p19"/>
          <p:cNvSpPr txBox="1"/>
          <p:nvPr>
            <p:ph idx="11" type="ftr"/>
          </p:nvPr>
        </p:nvSpPr>
        <p:spPr>
          <a:xfrm>
            <a:off x="581192" y="6423914"/>
            <a:ext cx="691721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19"/>
          <p:cNvSpPr txBox="1"/>
          <p:nvPr>
            <p:ph idx="12" type="sldNum"/>
          </p:nvPr>
        </p:nvSpPr>
        <p:spPr>
          <a:xfrm>
            <a:off x="10558300" y="6423914"/>
            <a:ext cx="105251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8"/>
          <p:cNvSpPr txBox="1"/>
          <p:nvPr>
            <p:ph type="title"/>
          </p:nvPr>
        </p:nvSpPr>
        <p:spPr>
          <a:xfrm>
            <a:off x="581192" y="705124"/>
            <a:ext cx="11029616" cy="1189554"/>
          </a:xfrm>
          <a:prstGeom prst="rect">
            <a:avLst/>
          </a:prstGeom>
          <a:noFill/>
          <a:ln>
            <a:noFill/>
          </a:ln>
        </p:spPr>
        <p:txBody>
          <a:bodyPr anchorCtr="0" anchor="b" bIns="45700" lIns="91425" spcFirstLastPara="1" rIns="91425" wrap="square" tIns="45700">
            <a:normAutofit/>
          </a:bodyPr>
          <a:lstStyle>
            <a:lvl1pPr lvl="0" marR="0" rtl="0" algn="l">
              <a:lnSpc>
                <a:spcPct val="100000"/>
              </a:lnSpc>
              <a:spcBef>
                <a:spcPts val="0"/>
              </a:spcBef>
              <a:spcAft>
                <a:spcPts val="0"/>
              </a:spcAft>
              <a:buClr>
                <a:srgbClr val="3F3F3F"/>
              </a:buClr>
              <a:buSzPts val="2800"/>
              <a:buFont typeface="Franklin Gothic"/>
              <a:buNone/>
              <a:defRPr b="0" i="0" sz="2800" u="none" cap="none" strike="noStrike">
                <a:solidFill>
                  <a:srgbClr val="3F3F3F"/>
                </a:solidFill>
                <a:latin typeface="Franklin Gothic"/>
                <a:ea typeface="Franklin Gothic"/>
                <a:cs typeface="Franklin Gothic"/>
                <a:sym typeface="Franklin Gothic"/>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7" name="Google Shape;7;p8"/>
          <p:cNvSpPr txBox="1"/>
          <p:nvPr>
            <p:ph idx="1" type="body"/>
          </p:nvPr>
        </p:nvSpPr>
        <p:spPr>
          <a:xfrm>
            <a:off x="581192" y="2336002"/>
            <a:ext cx="11029616" cy="3652047"/>
          </a:xfrm>
          <a:prstGeom prst="rect">
            <a:avLst/>
          </a:prstGeom>
          <a:noFill/>
          <a:ln>
            <a:noFill/>
          </a:ln>
        </p:spPr>
        <p:txBody>
          <a:bodyPr anchorCtr="0" anchor="ctr" bIns="45700" lIns="91425" spcFirstLastPara="1" rIns="91425" wrap="square" tIns="45700">
            <a:normAutofit/>
          </a:bodyPr>
          <a:lstStyle>
            <a:lvl1pPr indent="-327914" lvl="0" marL="457200" marR="0" rtl="0" algn="l">
              <a:lnSpc>
                <a:spcPct val="110000"/>
              </a:lnSpc>
              <a:spcBef>
                <a:spcPts val="340"/>
              </a:spcBef>
              <a:spcAft>
                <a:spcPts val="0"/>
              </a:spcAft>
              <a:buClr>
                <a:schemeClr val="accent1"/>
              </a:buClr>
              <a:buSzPts val="1564"/>
              <a:buFont typeface="Noto Sans Symbols"/>
              <a:buChar char="◼"/>
              <a:defRPr b="0" i="0" sz="1700" u="none" cap="none" strike="noStrike">
                <a:solidFill>
                  <a:srgbClr val="3F3F3F"/>
                </a:solidFill>
                <a:latin typeface="Libre Franklin"/>
                <a:ea typeface="Libre Franklin"/>
                <a:cs typeface="Libre Franklin"/>
                <a:sym typeface="Libre Franklin"/>
              </a:defRPr>
            </a:lvl1pPr>
            <a:lvl2pPr indent="-310387" lvl="1" marL="914400" marR="0" rtl="0" algn="l">
              <a:spcBef>
                <a:spcPts val="600"/>
              </a:spcBef>
              <a:spcAft>
                <a:spcPts val="0"/>
              </a:spcAft>
              <a:buClr>
                <a:schemeClr val="accent1"/>
              </a:buClr>
              <a:buSzPts val="1288"/>
              <a:buFont typeface="Noto Sans Symbols"/>
              <a:buChar char="◼"/>
              <a:defRPr b="0" i="0" sz="1400" u="none" cap="none" strike="noStrike">
                <a:solidFill>
                  <a:srgbClr val="3F3F3F"/>
                </a:solidFill>
                <a:latin typeface="Libre Franklin"/>
                <a:ea typeface="Libre Franklin"/>
                <a:cs typeface="Libre Franklin"/>
                <a:sym typeface="Libre Franklin"/>
              </a:defRPr>
            </a:lvl2pPr>
            <a:lvl3pPr indent="-304546" lvl="2" marL="1371600" marR="0" rtl="0" algn="l">
              <a:spcBef>
                <a:spcPts val="600"/>
              </a:spcBef>
              <a:spcAft>
                <a:spcPts val="0"/>
              </a:spcAft>
              <a:buClr>
                <a:schemeClr val="accent1"/>
              </a:buClr>
              <a:buSzPts val="1196"/>
              <a:buFont typeface="Noto Sans Symbols"/>
              <a:buChar char="◼"/>
              <a:defRPr b="0" i="0" sz="1300" u="none" cap="none" strike="noStrike">
                <a:solidFill>
                  <a:srgbClr val="3F3F3F"/>
                </a:solidFill>
                <a:latin typeface="Libre Franklin"/>
                <a:ea typeface="Libre Franklin"/>
                <a:cs typeface="Libre Franklin"/>
                <a:sym typeface="Libre Franklin"/>
              </a:defRPr>
            </a:lvl3pPr>
            <a:lvl4pPr indent="-292861" lvl="3" marL="1828800" marR="0" rtl="0" algn="l">
              <a:spcBef>
                <a:spcPts val="600"/>
              </a:spcBef>
              <a:spcAft>
                <a:spcPts val="0"/>
              </a:spcAft>
              <a:buClr>
                <a:schemeClr val="accent1"/>
              </a:buClr>
              <a:buSzPts val="1012"/>
              <a:buFont typeface="Noto Sans Symbols"/>
              <a:buChar char="◼"/>
              <a:defRPr b="0" i="0" sz="1100" u="none" cap="none" strike="noStrike">
                <a:solidFill>
                  <a:srgbClr val="3F3F3F"/>
                </a:solidFill>
                <a:latin typeface="Libre Franklin"/>
                <a:ea typeface="Libre Franklin"/>
                <a:cs typeface="Libre Franklin"/>
                <a:sym typeface="Libre Franklin"/>
              </a:defRPr>
            </a:lvl4pPr>
            <a:lvl5pPr indent="-292861" lvl="4" marL="2286000" marR="0" rtl="0" algn="l">
              <a:spcBef>
                <a:spcPts val="600"/>
              </a:spcBef>
              <a:spcAft>
                <a:spcPts val="0"/>
              </a:spcAft>
              <a:buClr>
                <a:schemeClr val="accent1"/>
              </a:buClr>
              <a:buSzPts val="1012"/>
              <a:buFont typeface="Noto Sans Symbols"/>
              <a:buChar char="◼"/>
              <a:defRPr b="0" i="0" sz="1100" u="none" cap="none" strike="noStrike">
                <a:solidFill>
                  <a:srgbClr val="3F3F3F"/>
                </a:solidFill>
                <a:latin typeface="Libre Franklin"/>
                <a:ea typeface="Libre Franklin"/>
                <a:cs typeface="Libre Franklin"/>
                <a:sym typeface="Libre Franklin"/>
              </a:defRPr>
            </a:lvl5pPr>
            <a:lvl6pPr indent="-298704" lvl="5" marL="2743200" marR="0" rtl="0" algn="l">
              <a:spcBef>
                <a:spcPts val="600"/>
              </a:spcBef>
              <a:spcAft>
                <a:spcPts val="0"/>
              </a:spcAft>
              <a:buClr>
                <a:schemeClr val="accent2"/>
              </a:buClr>
              <a:buSzPts val="1104"/>
              <a:buFont typeface="Noto Sans Symbols"/>
              <a:buChar char="◼"/>
              <a:defRPr b="0" i="0" sz="1200" u="none" cap="none" strike="noStrike">
                <a:solidFill>
                  <a:schemeClr val="dk2"/>
                </a:solidFill>
                <a:latin typeface="Libre Franklin"/>
                <a:ea typeface="Libre Franklin"/>
                <a:cs typeface="Libre Franklin"/>
                <a:sym typeface="Libre Franklin"/>
              </a:defRPr>
            </a:lvl6pPr>
            <a:lvl7pPr indent="-298704" lvl="6" marL="3200400" marR="0" rtl="0" algn="l">
              <a:spcBef>
                <a:spcPts val="600"/>
              </a:spcBef>
              <a:spcAft>
                <a:spcPts val="0"/>
              </a:spcAft>
              <a:buClr>
                <a:schemeClr val="accent2"/>
              </a:buClr>
              <a:buSzPts val="1104"/>
              <a:buFont typeface="Noto Sans Symbols"/>
              <a:buChar char="◼"/>
              <a:defRPr b="0" i="0" sz="1200" u="none" cap="none" strike="noStrike">
                <a:solidFill>
                  <a:schemeClr val="dk2"/>
                </a:solidFill>
                <a:latin typeface="Libre Franklin"/>
                <a:ea typeface="Libre Franklin"/>
                <a:cs typeface="Libre Franklin"/>
                <a:sym typeface="Libre Franklin"/>
              </a:defRPr>
            </a:lvl7pPr>
            <a:lvl8pPr indent="-298703" lvl="7" marL="3657600" marR="0" rtl="0" algn="l">
              <a:spcBef>
                <a:spcPts val="600"/>
              </a:spcBef>
              <a:spcAft>
                <a:spcPts val="0"/>
              </a:spcAft>
              <a:buClr>
                <a:schemeClr val="accent2"/>
              </a:buClr>
              <a:buSzPts val="1104"/>
              <a:buFont typeface="Noto Sans Symbols"/>
              <a:buChar char="◼"/>
              <a:defRPr b="0" i="0" sz="1200" u="none" cap="none" strike="noStrike">
                <a:solidFill>
                  <a:schemeClr val="dk2"/>
                </a:solidFill>
                <a:latin typeface="Libre Franklin"/>
                <a:ea typeface="Libre Franklin"/>
                <a:cs typeface="Libre Franklin"/>
                <a:sym typeface="Libre Franklin"/>
              </a:defRPr>
            </a:lvl8pPr>
            <a:lvl9pPr indent="-298703" lvl="8" marL="4114800" marR="0" rtl="0" algn="l">
              <a:spcBef>
                <a:spcPts val="600"/>
              </a:spcBef>
              <a:spcAft>
                <a:spcPts val="600"/>
              </a:spcAft>
              <a:buClr>
                <a:schemeClr val="accent2"/>
              </a:buClr>
              <a:buSzPts val="1104"/>
              <a:buFont typeface="Noto Sans Symbols"/>
              <a:buChar char="◼"/>
              <a:defRPr b="0" i="0" sz="1200" u="none" cap="none" strike="noStrike">
                <a:solidFill>
                  <a:schemeClr val="dk2"/>
                </a:solidFill>
                <a:latin typeface="Libre Franklin"/>
                <a:ea typeface="Libre Franklin"/>
                <a:cs typeface="Libre Franklin"/>
                <a:sym typeface="Libre Franklin"/>
              </a:defRPr>
            </a:lvl9pPr>
          </a:lstStyle>
          <a:p/>
        </p:txBody>
      </p:sp>
      <p:sp>
        <p:nvSpPr>
          <p:cNvPr id="8" name="Google Shape;8;p8"/>
          <p:cNvSpPr txBox="1"/>
          <p:nvPr>
            <p:ph idx="10" type="dt"/>
          </p:nvPr>
        </p:nvSpPr>
        <p:spPr>
          <a:xfrm>
            <a:off x="7605951" y="6423914"/>
            <a:ext cx="2844799" cy="365125"/>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900" u="none" cap="none" strike="noStrike">
                <a:solidFill>
                  <a:srgbClr val="3F3F3F"/>
                </a:solidFill>
                <a:latin typeface="Libre Franklin"/>
                <a:ea typeface="Libre Franklin"/>
                <a:cs typeface="Libre Franklin"/>
                <a:sym typeface="Libre Franklin"/>
              </a:defRPr>
            </a:lvl1pPr>
            <a:lvl2pPr lvl="1"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2pPr>
            <a:lvl3pPr lvl="2"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3pPr>
            <a:lvl4pPr lvl="3"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4pPr>
            <a:lvl5pPr lvl="4"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5pPr>
            <a:lvl6pPr lvl="5"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6pPr>
            <a:lvl7pPr lvl="6"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7pPr>
            <a:lvl8pPr lvl="7"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8pPr>
            <a:lvl9pPr lvl="8"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9pPr>
          </a:lstStyle>
          <a:p/>
        </p:txBody>
      </p:sp>
      <p:sp>
        <p:nvSpPr>
          <p:cNvPr id="9" name="Google Shape;9;p8"/>
          <p:cNvSpPr txBox="1"/>
          <p:nvPr>
            <p:ph idx="11" type="ftr"/>
          </p:nvPr>
        </p:nvSpPr>
        <p:spPr>
          <a:xfrm>
            <a:off x="581192" y="6423914"/>
            <a:ext cx="691721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900" u="none" cap="none" strike="noStrike">
                <a:solidFill>
                  <a:srgbClr val="3F3F3F"/>
                </a:solidFill>
                <a:latin typeface="Libre Franklin"/>
                <a:ea typeface="Libre Franklin"/>
                <a:cs typeface="Libre Franklin"/>
                <a:sym typeface="Libre Franklin"/>
              </a:defRPr>
            </a:lvl1pPr>
            <a:lvl2pPr lvl="1"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2pPr>
            <a:lvl3pPr lvl="2"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3pPr>
            <a:lvl4pPr lvl="3"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4pPr>
            <a:lvl5pPr lvl="4"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5pPr>
            <a:lvl6pPr lvl="5"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6pPr>
            <a:lvl7pPr lvl="6"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7pPr>
            <a:lvl8pPr lvl="7"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8pPr>
            <a:lvl9pPr lvl="8"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9pPr>
          </a:lstStyle>
          <a:p/>
        </p:txBody>
      </p:sp>
      <p:sp>
        <p:nvSpPr>
          <p:cNvPr id="10" name="Google Shape;10;p8"/>
          <p:cNvSpPr txBox="1"/>
          <p:nvPr>
            <p:ph idx="12" type="sldNum"/>
          </p:nvPr>
        </p:nvSpPr>
        <p:spPr>
          <a:xfrm>
            <a:off x="10558300" y="6423914"/>
            <a:ext cx="105251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900" u="none" cap="none" strike="noStrike">
                <a:solidFill>
                  <a:srgbClr val="3F3F3F"/>
                </a:solidFill>
                <a:latin typeface="Libre Franklin"/>
                <a:ea typeface="Libre Franklin"/>
                <a:cs typeface="Libre Franklin"/>
                <a:sym typeface="Libre Franklin"/>
              </a:defRPr>
            </a:lvl1pPr>
            <a:lvl2pPr indent="0" lvl="1" marL="0" marR="0" rtl="0" algn="r">
              <a:spcBef>
                <a:spcPts val="0"/>
              </a:spcBef>
              <a:buNone/>
              <a:defRPr b="0" i="0" sz="900" u="none" cap="none" strike="noStrike">
                <a:solidFill>
                  <a:srgbClr val="3F3F3F"/>
                </a:solidFill>
                <a:latin typeface="Libre Franklin"/>
                <a:ea typeface="Libre Franklin"/>
                <a:cs typeface="Libre Franklin"/>
                <a:sym typeface="Libre Franklin"/>
              </a:defRPr>
            </a:lvl2pPr>
            <a:lvl3pPr indent="0" lvl="2" marL="0" marR="0" rtl="0" algn="r">
              <a:spcBef>
                <a:spcPts val="0"/>
              </a:spcBef>
              <a:buNone/>
              <a:defRPr b="0" i="0" sz="900" u="none" cap="none" strike="noStrike">
                <a:solidFill>
                  <a:srgbClr val="3F3F3F"/>
                </a:solidFill>
                <a:latin typeface="Libre Franklin"/>
                <a:ea typeface="Libre Franklin"/>
                <a:cs typeface="Libre Franklin"/>
                <a:sym typeface="Libre Franklin"/>
              </a:defRPr>
            </a:lvl3pPr>
            <a:lvl4pPr indent="0" lvl="3" marL="0" marR="0" rtl="0" algn="r">
              <a:spcBef>
                <a:spcPts val="0"/>
              </a:spcBef>
              <a:buNone/>
              <a:defRPr b="0" i="0" sz="900" u="none" cap="none" strike="noStrike">
                <a:solidFill>
                  <a:srgbClr val="3F3F3F"/>
                </a:solidFill>
                <a:latin typeface="Libre Franklin"/>
                <a:ea typeface="Libre Franklin"/>
                <a:cs typeface="Libre Franklin"/>
                <a:sym typeface="Libre Franklin"/>
              </a:defRPr>
            </a:lvl4pPr>
            <a:lvl5pPr indent="0" lvl="4" marL="0" marR="0" rtl="0" algn="r">
              <a:spcBef>
                <a:spcPts val="0"/>
              </a:spcBef>
              <a:buNone/>
              <a:defRPr b="0" i="0" sz="900" u="none" cap="none" strike="noStrike">
                <a:solidFill>
                  <a:srgbClr val="3F3F3F"/>
                </a:solidFill>
                <a:latin typeface="Libre Franklin"/>
                <a:ea typeface="Libre Franklin"/>
                <a:cs typeface="Libre Franklin"/>
                <a:sym typeface="Libre Franklin"/>
              </a:defRPr>
            </a:lvl5pPr>
            <a:lvl6pPr indent="0" lvl="5" marL="0" marR="0" rtl="0" algn="r">
              <a:spcBef>
                <a:spcPts val="0"/>
              </a:spcBef>
              <a:buNone/>
              <a:defRPr b="0" i="0" sz="900" u="none" cap="none" strike="noStrike">
                <a:solidFill>
                  <a:srgbClr val="3F3F3F"/>
                </a:solidFill>
                <a:latin typeface="Libre Franklin"/>
                <a:ea typeface="Libre Franklin"/>
                <a:cs typeface="Libre Franklin"/>
                <a:sym typeface="Libre Franklin"/>
              </a:defRPr>
            </a:lvl6pPr>
            <a:lvl7pPr indent="0" lvl="6" marL="0" marR="0" rtl="0" algn="r">
              <a:spcBef>
                <a:spcPts val="0"/>
              </a:spcBef>
              <a:buNone/>
              <a:defRPr b="0" i="0" sz="900" u="none" cap="none" strike="noStrike">
                <a:solidFill>
                  <a:srgbClr val="3F3F3F"/>
                </a:solidFill>
                <a:latin typeface="Libre Franklin"/>
                <a:ea typeface="Libre Franklin"/>
                <a:cs typeface="Libre Franklin"/>
                <a:sym typeface="Libre Franklin"/>
              </a:defRPr>
            </a:lvl7pPr>
            <a:lvl8pPr indent="0" lvl="7" marL="0" marR="0" rtl="0" algn="r">
              <a:spcBef>
                <a:spcPts val="0"/>
              </a:spcBef>
              <a:buNone/>
              <a:defRPr b="0" i="0" sz="900" u="none" cap="none" strike="noStrike">
                <a:solidFill>
                  <a:srgbClr val="3F3F3F"/>
                </a:solidFill>
                <a:latin typeface="Libre Franklin"/>
                <a:ea typeface="Libre Franklin"/>
                <a:cs typeface="Libre Franklin"/>
                <a:sym typeface="Libre Franklin"/>
              </a:defRPr>
            </a:lvl8pPr>
            <a:lvl9pPr indent="0" lvl="8" marL="0" marR="0" rtl="0" algn="r">
              <a:spcBef>
                <a:spcPts val="0"/>
              </a:spcBef>
              <a:buNone/>
              <a:defRPr b="0" i="0" sz="900" u="none" cap="none" strike="noStrike">
                <a:solidFill>
                  <a:srgbClr val="3F3F3F"/>
                </a:solidFill>
                <a:latin typeface="Libre Franklin"/>
                <a:ea typeface="Libre Franklin"/>
                <a:cs typeface="Libre Franklin"/>
                <a:sym typeface="Libre Franklin"/>
              </a:defRPr>
            </a:lvl9pPr>
          </a:lstStyle>
          <a:p>
            <a:pPr indent="0" lvl="0" marL="0" rtl="0" algn="r">
              <a:spcBef>
                <a:spcPts val="0"/>
              </a:spcBef>
              <a:spcAft>
                <a:spcPts val="0"/>
              </a:spcAft>
              <a:buNone/>
            </a:pPr>
            <a:fld id="{00000000-1234-1234-1234-123412341234}" type="slidenum">
              <a:rPr lang="en-US"/>
              <a:t>‹#›</a:t>
            </a:fld>
            <a:endParaRPr/>
          </a:p>
        </p:txBody>
      </p:sp>
      <p:sp>
        <p:nvSpPr>
          <p:cNvPr id="11" name="Google Shape;11;p8"/>
          <p:cNvSpPr/>
          <p:nvPr/>
        </p:nvSpPr>
        <p:spPr>
          <a:xfrm>
            <a:off x="446534" y="457200"/>
            <a:ext cx="3703320" cy="94997"/>
          </a:xfrm>
          <a:prstGeom prst="rect">
            <a:avLst/>
          </a:prstGeom>
          <a:solidFill>
            <a:srgbClr val="4653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8"/>
          <p:cNvSpPr/>
          <p:nvPr/>
        </p:nvSpPr>
        <p:spPr>
          <a:xfrm>
            <a:off x="8042147" y="453643"/>
            <a:ext cx="3703320" cy="98554"/>
          </a:xfrm>
          <a:prstGeom prst="rect">
            <a:avLst/>
          </a:prstGeom>
          <a:solidFill>
            <a:srgbClr val="969FA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8"/>
          <p:cNvSpPr/>
          <p:nvPr/>
        </p:nvSpPr>
        <p:spPr>
          <a:xfrm>
            <a:off x="4241830" y="457200"/>
            <a:ext cx="3703320" cy="9144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jp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4.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3" name="Shape 93"/>
        <p:cNvGrpSpPr/>
        <p:nvPr/>
      </p:nvGrpSpPr>
      <p:grpSpPr>
        <a:xfrm>
          <a:off x="0" y="0"/>
          <a:ext cx="0" cy="0"/>
          <a:chOff x="0" y="0"/>
          <a:chExt cx="0" cy="0"/>
        </a:xfrm>
      </p:grpSpPr>
      <p:sp>
        <p:nvSpPr>
          <p:cNvPr id="94" name="Google Shape;94;p1"/>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Libre Franklin"/>
              <a:ea typeface="Libre Franklin"/>
              <a:cs typeface="Libre Franklin"/>
              <a:sym typeface="Libre Franklin"/>
            </a:endParaRPr>
          </a:p>
        </p:txBody>
      </p:sp>
      <p:sp>
        <p:nvSpPr>
          <p:cNvPr id="95" name="Google Shape;95;p1"/>
          <p:cNvSpPr txBox="1"/>
          <p:nvPr>
            <p:ph type="ctrTitle"/>
          </p:nvPr>
        </p:nvSpPr>
        <p:spPr>
          <a:xfrm>
            <a:off x="581191" y="1020431"/>
            <a:ext cx="10993549" cy="1475013"/>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rgbClr val="3F3F3F"/>
              </a:buClr>
              <a:buSzPts val="3600"/>
              <a:buFont typeface="Franklin Gothic"/>
              <a:buNone/>
            </a:pPr>
            <a:r>
              <a:rPr lang="en-US"/>
              <a:t>LESSON 7 &amp; 8</a:t>
            </a:r>
            <a:endParaRPr/>
          </a:p>
        </p:txBody>
      </p:sp>
      <p:sp>
        <p:nvSpPr>
          <p:cNvPr id="96" name="Google Shape;96;p1"/>
          <p:cNvSpPr txBox="1"/>
          <p:nvPr>
            <p:ph idx="1" type="subTitle"/>
          </p:nvPr>
        </p:nvSpPr>
        <p:spPr>
          <a:xfrm>
            <a:off x="581194" y="2495445"/>
            <a:ext cx="10993546" cy="468233"/>
          </a:xfrm>
          <a:prstGeom prst="rect">
            <a:avLst/>
          </a:prstGeom>
          <a:noFill/>
          <a:ln>
            <a:noFill/>
          </a:ln>
        </p:spPr>
        <p:txBody>
          <a:bodyPr anchorCtr="0" anchor="t" bIns="45700" lIns="91425" spcFirstLastPara="1" rIns="91425" wrap="square" tIns="45700">
            <a:normAutofit/>
          </a:bodyPr>
          <a:lstStyle/>
          <a:p>
            <a:pPr indent="0" lvl="0" marL="0" rtl="0" algn="l">
              <a:lnSpc>
                <a:spcPct val="110000"/>
              </a:lnSpc>
              <a:spcBef>
                <a:spcPts val="0"/>
              </a:spcBef>
              <a:spcAft>
                <a:spcPts val="0"/>
              </a:spcAft>
              <a:buSzPts val="1472"/>
              <a:buNone/>
            </a:pPr>
            <a:r>
              <a:rPr lang="en-US"/>
              <a:t>DID YOU WATCH THE VIDEO OF AWAL SIR?</a:t>
            </a:r>
            <a:endParaRPr/>
          </a:p>
        </p:txBody>
      </p:sp>
      <p:sp>
        <p:nvSpPr>
          <p:cNvPr id="97" name="Google Shape;97;p1"/>
          <p:cNvSpPr/>
          <p:nvPr/>
        </p:nvSpPr>
        <p:spPr>
          <a:xfrm>
            <a:off x="446534" y="457200"/>
            <a:ext cx="3703320" cy="94997"/>
          </a:xfrm>
          <a:prstGeom prst="rect">
            <a:avLst/>
          </a:prstGeom>
          <a:solidFill>
            <a:srgbClr val="4653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1"/>
          <p:cNvSpPr/>
          <p:nvPr/>
        </p:nvSpPr>
        <p:spPr>
          <a:xfrm>
            <a:off x="4241830" y="457200"/>
            <a:ext cx="3703320" cy="9144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1"/>
          <p:cNvSpPr/>
          <p:nvPr/>
        </p:nvSpPr>
        <p:spPr>
          <a:xfrm>
            <a:off x="8042147" y="453643"/>
            <a:ext cx="3703320" cy="98554"/>
          </a:xfrm>
          <a:prstGeom prst="rect">
            <a:avLst/>
          </a:prstGeom>
          <a:solidFill>
            <a:srgbClr val="969FA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abstract image" id="100" name="Google Shape;100;p1"/>
          <p:cNvPicPr preferRelativeResize="0"/>
          <p:nvPr/>
        </p:nvPicPr>
        <p:blipFill rotWithShape="1">
          <a:blip r:embed="rId3">
            <a:alphaModFix/>
          </a:blip>
          <a:srcRect b="0" l="0" r="0" t="0"/>
          <a:stretch/>
        </p:blipFill>
        <p:spPr>
          <a:xfrm>
            <a:off x="448733" y="3081867"/>
            <a:ext cx="11260667" cy="3310466"/>
          </a:xfrm>
          <a:prstGeom prst="rect">
            <a:avLst/>
          </a:prstGeom>
          <a:noFill/>
          <a:ln>
            <a:noFill/>
          </a:ln>
        </p:spPr>
      </p:pic>
      <p:pic>
        <p:nvPicPr>
          <p:cNvPr id="101" name="Google Shape;101;p1"/>
          <p:cNvPicPr preferRelativeResize="0"/>
          <p:nvPr/>
        </p:nvPicPr>
        <p:blipFill rotWithShape="1">
          <a:blip r:embed="rId4">
            <a:alphaModFix/>
          </a:blip>
          <a:srcRect b="0" l="0" r="0" t="0"/>
          <a:stretch/>
        </p:blipFill>
        <p:spPr>
          <a:xfrm>
            <a:off x="10987691" y="19420"/>
            <a:ext cx="1174097" cy="52922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7"/>
          <p:cNvSpPr txBox="1"/>
          <p:nvPr>
            <p:ph type="title"/>
          </p:nvPr>
        </p:nvSpPr>
        <p:spPr>
          <a:xfrm>
            <a:off x="581192" y="702156"/>
            <a:ext cx="11029616" cy="118872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rgbClr val="374151"/>
              </a:buClr>
              <a:buSzPts val="2800"/>
              <a:buFont typeface="Arial"/>
              <a:buNone/>
            </a:pPr>
            <a:r>
              <a:rPr b="1" i="0" lang="en-US">
                <a:solidFill>
                  <a:srgbClr val="374151"/>
                </a:solidFill>
                <a:latin typeface="Arial"/>
                <a:ea typeface="Arial"/>
                <a:cs typeface="Arial"/>
                <a:sym typeface="Arial"/>
              </a:rPr>
              <a:t>ACTIVITY:</a:t>
            </a:r>
            <a:br>
              <a:rPr b="0" i="0" lang="en-US">
                <a:solidFill>
                  <a:srgbClr val="374151"/>
                </a:solidFill>
                <a:latin typeface="Arial"/>
                <a:ea typeface="Arial"/>
                <a:cs typeface="Arial"/>
                <a:sym typeface="Arial"/>
              </a:rPr>
            </a:br>
            <a:endParaRPr/>
          </a:p>
        </p:txBody>
      </p:sp>
      <p:sp>
        <p:nvSpPr>
          <p:cNvPr id="107" name="Google Shape;107;p7"/>
          <p:cNvSpPr txBox="1"/>
          <p:nvPr>
            <p:ph idx="1" type="body"/>
          </p:nvPr>
        </p:nvSpPr>
        <p:spPr>
          <a:xfrm>
            <a:off x="581192" y="2340864"/>
            <a:ext cx="11029615" cy="3634486"/>
          </a:xfrm>
          <a:prstGeom prst="rect">
            <a:avLst/>
          </a:prstGeom>
          <a:noFill/>
          <a:ln>
            <a:noFill/>
          </a:ln>
        </p:spPr>
        <p:txBody>
          <a:bodyPr anchorCtr="0" anchor="ctr" bIns="45700" lIns="91425" spcFirstLastPara="1" rIns="91425" wrap="square" tIns="45700">
            <a:normAutofit/>
          </a:bodyPr>
          <a:lstStyle/>
          <a:p>
            <a:pPr indent="-306000" lvl="0" marL="306000" rtl="0" algn="l">
              <a:lnSpc>
                <a:spcPct val="110000"/>
              </a:lnSpc>
              <a:spcBef>
                <a:spcPts val="0"/>
              </a:spcBef>
              <a:spcAft>
                <a:spcPts val="0"/>
              </a:spcAft>
              <a:buSzPts val="1564"/>
              <a:buChar char="◼"/>
            </a:pPr>
            <a:r>
              <a:rPr b="0" i="0" lang="en-US">
                <a:solidFill>
                  <a:srgbClr val="374151"/>
                </a:solidFill>
                <a:latin typeface="Arial"/>
                <a:ea typeface="Arial"/>
                <a:cs typeface="Arial"/>
                <a:sym typeface="Arial"/>
              </a:rPr>
              <a:t>Imagine you are describing your room to a friend. Use both personal pronouns and demonstrative pronouns to talk about the objects in your room. For example, "This is my bed. It's very comfortable.“</a:t>
            </a:r>
            <a:endParaRPr/>
          </a:p>
          <a:p>
            <a:pPr indent="0" lvl="0" marL="0" rtl="0" algn="l">
              <a:lnSpc>
                <a:spcPct val="110000"/>
              </a:lnSpc>
              <a:spcBef>
                <a:spcPts val="940"/>
              </a:spcBef>
              <a:spcAft>
                <a:spcPts val="0"/>
              </a:spcAft>
              <a:buSzPts val="1564"/>
              <a:buNone/>
            </a:pPr>
            <a:r>
              <a:rPr lang="en-US">
                <a:solidFill>
                  <a:srgbClr val="374151"/>
                </a:solidFill>
                <a:latin typeface="Arial"/>
                <a:ea typeface="Arial"/>
                <a:cs typeface="Arial"/>
                <a:sym typeface="Arial"/>
              </a:rPr>
              <a:t>                                                  </a:t>
            </a:r>
            <a:endParaRPr b="0" i="0">
              <a:solidFill>
                <a:srgbClr val="374151"/>
              </a:solidFill>
              <a:latin typeface="Arial"/>
              <a:ea typeface="Arial"/>
              <a:cs typeface="Arial"/>
              <a:sym typeface="Arial"/>
            </a:endParaRPr>
          </a:p>
          <a:p>
            <a:pPr indent="0" lvl="0" marL="0" rtl="0" algn="l">
              <a:lnSpc>
                <a:spcPct val="110000"/>
              </a:lnSpc>
              <a:spcBef>
                <a:spcPts val="940"/>
              </a:spcBef>
              <a:spcAft>
                <a:spcPts val="0"/>
              </a:spcAft>
              <a:buSzPts val="1564"/>
              <a:buNone/>
            </a:pPr>
            <a:br>
              <a:rPr lang="en-US"/>
            </a:br>
            <a:endParaRPr/>
          </a:p>
        </p:txBody>
      </p:sp>
      <p:pic>
        <p:nvPicPr>
          <p:cNvPr id="108" name="Google Shape;108;p7"/>
          <p:cNvPicPr preferRelativeResize="0"/>
          <p:nvPr/>
        </p:nvPicPr>
        <p:blipFill rotWithShape="1">
          <a:blip r:embed="rId3">
            <a:alphaModFix/>
          </a:blip>
          <a:srcRect b="0" l="0" r="0" t="0"/>
          <a:stretch/>
        </p:blipFill>
        <p:spPr>
          <a:xfrm>
            <a:off x="10987691" y="19420"/>
            <a:ext cx="1174097" cy="52922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
          <p:cNvSpPr txBox="1"/>
          <p:nvPr>
            <p:ph type="title"/>
          </p:nvPr>
        </p:nvSpPr>
        <p:spPr>
          <a:xfrm>
            <a:off x="581192" y="702156"/>
            <a:ext cx="11029616" cy="118872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rgbClr val="3F3F3F"/>
              </a:buClr>
              <a:buSzPts val="2800"/>
              <a:buFont typeface="Franklin Gothic"/>
              <a:buNone/>
            </a:pPr>
            <a:r>
              <a:rPr lang="en-US"/>
              <a:t>LET’S RECAP!</a:t>
            </a:r>
            <a:endParaRPr/>
          </a:p>
        </p:txBody>
      </p:sp>
      <p:sp>
        <p:nvSpPr>
          <p:cNvPr id="114" name="Google Shape;114;p2"/>
          <p:cNvSpPr txBox="1"/>
          <p:nvPr>
            <p:ph idx="1" type="body"/>
          </p:nvPr>
        </p:nvSpPr>
        <p:spPr>
          <a:xfrm>
            <a:off x="581192" y="2340864"/>
            <a:ext cx="11029615" cy="3634486"/>
          </a:xfrm>
          <a:prstGeom prst="rect">
            <a:avLst/>
          </a:prstGeom>
          <a:noFill/>
          <a:ln>
            <a:noFill/>
          </a:ln>
        </p:spPr>
        <p:txBody>
          <a:bodyPr anchorCtr="0" anchor="ctr" bIns="45700" lIns="91425" spcFirstLastPara="1" rIns="91425" wrap="square" tIns="45700">
            <a:normAutofit/>
          </a:bodyPr>
          <a:lstStyle/>
          <a:p>
            <a:pPr indent="-306000" lvl="0" marL="306000" rtl="0" algn="l">
              <a:lnSpc>
                <a:spcPct val="110000"/>
              </a:lnSpc>
              <a:spcBef>
                <a:spcPts val="0"/>
              </a:spcBef>
              <a:spcAft>
                <a:spcPts val="0"/>
              </a:spcAft>
              <a:buSzPts val="1564"/>
              <a:buChar char="◼"/>
            </a:pPr>
            <a:r>
              <a:rPr lang="en-US"/>
              <a:t>Let’s recall what we learned in the last class. </a:t>
            </a:r>
            <a:endParaRPr/>
          </a:p>
          <a:p>
            <a:pPr indent="-306000" lvl="0" marL="306000" rtl="0" algn="l">
              <a:lnSpc>
                <a:spcPct val="110000"/>
              </a:lnSpc>
              <a:spcBef>
                <a:spcPts val="940"/>
              </a:spcBef>
              <a:spcAft>
                <a:spcPts val="0"/>
              </a:spcAft>
              <a:buSzPts val="1564"/>
              <a:buChar char="◼"/>
            </a:pPr>
            <a:r>
              <a:rPr lang="en-US"/>
              <a:t>Take a recap of the last session from the students.</a:t>
            </a:r>
            <a:endParaRPr/>
          </a:p>
          <a:p>
            <a:pPr indent="-306000" lvl="0" marL="306000" rtl="0" algn="l">
              <a:lnSpc>
                <a:spcPct val="110000"/>
              </a:lnSpc>
              <a:spcBef>
                <a:spcPts val="940"/>
              </a:spcBef>
              <a:spcAft>
                <a:spcPts val="0"/>
              </a:spcAft>
              <a:buSzPts val="1564"/>
              <a:buChar char="◼"/>
            </a:pPr>
            <a:r>
              <a:rPr lang="en-US"/>
              <a:t>Clear their doubts (if any).</a:t>
            </a:r>
            <a:endParaRPr/>
          </a:p>
          <a:p>
            <a:pPr indent="-306000" lvl="0" marL="306000" rtl="0" algn="l">
              <a:lnSpc>
                <a:spcPct val="110000"/>
              </a:lnSpc>
              <a:spcBef>
                <a:spcPts val="940"/>
              </a:spcBef>
              <a:spcAft>
                <a:spcPts val="0"/>
              </a:spcAft>
              <a:buSzPts val="1564"/>
              <a:buChar char="◼"/>
            </a:pPr>
            <a:r>
              <a:rPr lang="en-US"/>
              <a:t>Check the homework given in the previous class.</a:t>
            </a:r>
            <a:endParaRPr/>
          </a:p>
          <a:p>
            <a:pPr indent="0" lvl="0" marL="0" rtl="0" algn="l">
              <a:lnSpc>
                <a:spcPct val="110000"/>
              </a:lnSpc>
              <a:spcBef>
                <a:spcPts val="940"/>
              </a:spcBef>
              <a:spcAft>
                <a:spcPts val="0"/>
              </a:spcAft>
              <a:buSzPts val="1564"/>
              <a:buNone/>
            </a:pPr>
            <a:r>
              <a:t/>
            </a:r>
            <a:endParaRPr/>
          </a:p>
        </p:txBody>
      </p:sp>
      <p:pic>
        <p:nvPicPr>
          <p:cNvPr id="115" name="Google Shape;115;p2"/>
          <p:cNvPicPr preferRelativeResize="0"/>
          <p:nvPr/>
        </p:nvPicPr>
        <p:blipFill rotWithShape="1">
          <a:blip r:embed="rId3">
            <a:alphaModFix/>
          </a:blip>
          <a:srcRect b="0" l="0" r="0" t="0"/>
          <a:stretch/>
        </p:blipFill>
        <p:spPr>
          <a:xfrm>
            <a:off x="10987691" y="19420"/>
            <a:ext cx="1174097" cy="52922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3"/>
          <p:cNvSpPr txBox="1"/>
          <p:nvPr>
            <p:ph type="title"/>
          </p:nvPr>
        </p:nvSpPr>
        <p:spPr>
          <a:xfrm>
            <a:off x="581192" y="702156"/>
            <a:ext cx="11029616" cy="118872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rgbClr val="374151"/>
              </a:buClr>
              <a:buSzPts val="1800"/>
              <a:buFont typeface="Arial"/>
              <a:buNone/>
            </a:pPr>
            <a:r>
              <a:rPr b="1" i="0" lang="en-US" sz="1800">
                <a:solidFill>
                  <a:srgbClr val="374151"/>
                </a:solidFill>
                <a:latin typeface="Arial"/>
                <a:ea typeface="Arial"/>
                <a:cs typeface="Arial"/>
                <a:sym typeface="Arial"/>
              </a:rPr>
              <a:t>PERSONAL PRONOUNS (HE/SHE/IT/THEY)- </a:t>
            </a:r>
            <a:r>
              <a:rPr b="0" i="0" lang="en-US" sz="1800">
                <a:solidFill>
                  <a:srgbClr val="374151"/>
                </a:solidFill>
                <a:latin typeface="Arial"/>
                <a:ea typeface="Arial"/>
                <a:cs typeface="Arial"/>
                <a:sym typeface="Arial"/>
              </a:rPr>
              <a:t>PERSONAL PRONOUNS ARE WORDS THAT WE USE TO REPLACE NOUNS. THEY MAKE SENTENCES LESS REPETITIVE AND HELP US COMMUNICATE MORE SMOOTHLY.</a:t>
            </a:r>
            <a:br>
              <a:rPr b="0" i="0" lang="en-US" sz="1800">
                <a:solidFill>
                  <a:srgbClr val="374151"/>
                </a:solidFill>
                <a:latin typeface="Arial"/>
                <a:ea typeface="Arial"/>
                <a:cs typeface="Arial"/>
                <a:sym typeface="Arial"/>
              </a:rPr>
            </a:br>
            <a:endParaRPr sz="1800"/>
          </a:p>
        </p:txBody>
      </p:sp>
      <p:sp>
        <p:nvSpPr>
          <p:cNvPr id="121" name="Google Shape;121;p3"/>
          <p:cNvSpPr txBox="1"/>
          <p:nvPr>
            <p:ph idx="1" type="body"/>
          </p:nvPr>
        </p:nvSpPr>
        <p:spPr>
          <a:xfrm>
            <a:off x="581192" y="2340864"/>
            <a:ext cx="11029615" cy="3634486"/>
          </a:xfrm>
          <a:prstGeom prst="rect">
            <a:avLst/>
          </a:prstGeom>
          <a:noFill/>
          <a:ln>
            <a:noFill/>
          </a:ln>
        </p:spPr>
        <p:txBody>
          <a:bodyPr anchorCtr="0" anchor="ctr" bIns="45700" lIns="91425" spcFirstLastPara="1" rIns="91425" wrap="square" tIns="45700">
            <a:normAutofit lnSpcReduction="10000"/>
          </a:bodyPr>
          <a:lstStyle/>
          <a:p>
            <a:pPr indent="-306000" lvl="0" marL="306000" rtl="0" algn="l">
              <a:lnSpc>
                <a:spcPct val="110000"/>
              </a:lnSpc>
              <a:spcBef>
                <a:spcPts val="0"/>
              </a:spcBef>
              <a:spcAft>
                <a:spcPts val="0"/>
              </a:spcAft>
              <a:buSzPts val="1564"/>
              <a:buFont typeface="Franklin Gothic"/>
              <a:buAutoNum type="arabicPeriod"/>
            </a:pPr>
            <a:r>
              <a:rPr b="1" i="0" lang="en-US">
                <a:solidFill>
                  <a:srgbClr val="374151"/>
                </a:solidFill>
                <a:latin typeface="Arial"/>
                <a:ea typeface="Arial"/>
                <a:cs typeface="Arial"/>
                <a:sym typeface="Arial"/>
              </a:rPr>
              <a:t>He</a:t>
            </a:r>
            <a:r>
              <a:rPr b="0" i="0" lang="en-US">
                <a:solidFill>
                  <a:srgbClr val="374151"/>
                </a:solidFill>
                <a:latin typeface="Arial"/>
                <a:ea typeface="Arial"/>
                <a:cs typeface="Arial"/>
                <a:sym typeface="Arial"/>
              </a:rPr>
              <a:t> - Used to refer to a male person or animal.</a:t>
            </a:r>
            <a:endParaRPr/>
          </a:p>
          <a:p>
            <a:pPr indent="-285750" lvl="1" marL="742950" rtl="0" algn="l">
              <a:spcBef>
                <a:spcPts val="880"/>
              </a:spcBef>
              <a:spcAft>
                <a:spcPts val="0"/>
              </a:spcAft>
              <a:buSzPts val="1288"/>
              <a:buFont typeface="Franklin Gothic"/>
              <a:buAutoNum type="arabicPeriod"/>
            </a:pPr>
            <a:r>
              <a:rPr b="0" i="0" lang="en-US">
                <a:solidFill>
                  <a:srgbClr val="374151"/>
                </a:solidFill>
                <a:latin typeface="Arial"/>
                <a:ea typeface="Arial"/>
                <a:cs typeface="Arial"/>
                <a:sym typeface="Arial"/>
              </a:rPr>
              <a:t>Example: </a:t>
            </a:r>
            <a:r>
              <a:rPr b="0" i="1" lang="en-US">
                <a:solidFill>
                  <a:srgbClr val="374151"/>
                </a:solidFill>
                <a:latin typeface="Arial"/>
                <a:ea typeface="Arial"/>
                <a:cs typeface="Arial"/>
                <a:sym typeface="Arial"/>
              </a:rPr>
              <a:t>He is my brother.</a:t>
            </a:r>
            <a:endParaRPr b="0" i="0">
              <a:solidFill>
                <a:srgbClr val="374151"/>
              </a:solidFill>
              <a:latin typeface="Arial"/>
              <a:ea typeface="Arial"/>
              <a:cs typeface="Arial"/>
              <a:sym typeface="Arial"/>
            </a:endParaRPr>
          </a:p>
          <a:p>
            <a:pPr indent="-306000" lvl="0" marL="306000" rtl="0" algn="l">
              <a:lnSpc>
                <a:spcPct val="110000"/>
              </a:lnSpc>
              <a:spcBef>
                <a:spcPts val="940"/>
              </a:spcBef>
              <a:spcAft>
                <a:spcPts val="0"/>
              </a:spcAft>
              <a:buSzPts val="1564"/>
              <a:buFont typeface="Franklin Gothic"/>
              <a:buAutoNum type="arabicPeriod"/>
            </a:pPr>
            <a:r>
              <a:rPr b="1" i="0" lang="en-US">
                <a:solidFill>
                  <a:srgbClr val="374151"/>
                </a:solidFill>
                <a:latin typeface="Arial"/>
                <a:ea typeface="Arial"/>
                <a:cs typeface="Arial"/>
                <a:sym typeface="Arial"/>
              </a:rPr>
              <a:t>She</a:t>
            </a:r>
            <a:r>
              <a:rPr b="0" i="0" lang="en-US">
                <a:solidFill>
                  <a:srgbClr val="374151"/>
                </a:solidFill>
                <a:latin typeface="Arial"/>
                <a:ea typeface="Arial"/>
                <a:cs typeface="Arial"/>
                <a:sym typeface="Arial"/>
              </a:rPr>
              <a:t> - Used to refer to a female person or animal.</a:t>
            </a:r>
            <a:endParaRPr/>
          </a:p>
          <a:p>
            <a:pPr indent="-285750" lvl="1" marL="742950" rtl="0" algn="l">
              <a:spcBef>
                <a:spcPts val="880"/>
              </a:spcBef>
              <a:spcAft>
                <a:spcPts val="0"/>
              </a:spcAft>
              <a:buSzPts val="1288"/>
              <a:buFont typeface="Franklin Gothic"/>
              <a:buAutoNum type="arabicPeriod"/>
            </a:pPr>
            <a:r>
              <a:rPr b="0" i="0" lang="en-US">
                <a:solidFill>
                  <a:srgbClr val="374151"/>
                </a:solidFill>
                <a:latin typeface="Arial"/>
                <a:ea typeface="Arial"/>
                <a:cs typeface="Arial"/>
                <a:sym typeface="Arial"/>
              </a:rPr>
              <a:t>Example: </a:t>
            </a:r>
            <a:r>
              <a:rPr b="0" i="1" lang="en-US">
                <a:solidFill>
                  <a:srgbClr val="374151"/>
                </a:solidFill>
                <a:latin typeface="Arial"/>
                <a:ea typeface="Arial"/>
                <a:cs typeface="Arial"/>
                <a:sym typeface="Arial"/>
              </a:rPr>
              <a:t>She is my sister.</a:t>
            </a:r>
            <a:endParaRPr b="0" i="0">
              <a:solidFill>
                <a:srgbClr val="374151"/>
              </a:solidFill>
              <a:latin typeface="Arial"/>
              <a:ea typeface="Arial"/>
              <a:cs typeface="Arial"/>
              <a:sym typeface="Arial"/>
            </a:endParaRPr>
          </a:p>
          <a:p>
            <a:pPr indent="-306000" lvl="0" marL="306000" rtl="0" algn="l">
              <a:lnSpc>
                <a:spcPct val="110000"/>
              </a:lnSpc>
              <a:spcBef>
                <a:spcPts val="940"/>
              </a:spcBef>
              <a:spcAft>
                <a:spcPts val="0"/>
              </a:spcAft>
              <a:buSzPts val="1564"/>
              <a:buFont typeface="Franklin Gothic"/>
              <a:buAutoNum type="arabicPeriod"/>
            </a:pPr>
            <a:r>
              <a:rPr b="1" i="0" lang="en-US">
                <a:solidFill>
                  <a:srgbClr val="374151"/>
                </a:solidFill>
                <a:latin typeface="Arial"/>
                <a:ea typeface="Arial"/>
                <a:cs typeface="Arial"/>
                <a:sym typeface="Arial"/>
              </a:rPr>
              <a:t>It</a:t>
            </a:r>
            <a:r>
              <a:rPr b="0" i="0" lang="en-US">
                <a:solidFill>
                  <a:srgbClr val="374151"/>
                </a:solidFill>
                <a:latin typeface="Arial"/>
                <a:ea typeface="Arial"/>
                <a:cs typeface="Arial"/>
                <a:sym typeface="Arial"/>
              </a:rPr>
              <a:t> - Used to refer to animals, objects, or concepts.</a:t>
            </a:r>
            <a:endParaRPr/>
          </a:p>
          <a:p>
            <a:pPr indent="-285750" lvl="1" marL="742950" rtl="0" algn="l">
              <a:spcBef>
                <a:spcPts val="880"/>
              </a:spcBef>
              <a:spcAft>
                <a:spcPts val="0"/>
              </a:spcAft>
              <a:buSzPts val="1288"/>
              <a:buFont typeface="Franklin Gothic"/>
              <a:buAutoNum type="arabicPeriod"/>
            </a:pPr>
            <a:r>
              <a:rPr b="0" i="0" lang="en-US">
                <a:solidFill>
                  <a:srgbClr val="374151"/>
                </a:solidFill>
                <a:latin typeface="Arial"/>
                <a:ea typeface="Arial"/>
                <a:cs typeface="Arial"/>
                <a:sym typeface="Arial"/>
              </a:rPr>
              <a:t>Example: </a:t>
            </a:r>
            <a:r>
              <a:rPr b="0" i="1" lang="en-US">
                <a:solidFill>
                  <a:srgbClr val="374151"/>
                </a:solidFill>
                <a:latin typeface="Arial"/>
                <a:ea typeface="Arial"/>
                <a:cs typeface="Arial"/>
                <a:sym typeface="Arial"/>
              </a:rPr>
              <a:t>It is a cat.</a:t>
            </a:r>
            <a:endParaRPr b="0" i="0">
              <a:solidFill>
                <a:srgbClr val="374151"/>
              </a:solidFill>
              <a:latin typeface="Arial"/>
              <a:ea typeface="Arial"/>
              <a:cs typeface="Arial"/>
              <a:sym typeface="Arial"/>
            </a:endParaRPr>
          </a:p>
          <a:p>
            <a:pPr indent="-306000" lvl="0" marL="306000" rtl="0" algn="l">
              <a:lnSpc>
                <a:spcPct val="110000"/>
              </a:lnSpc>
              <a:spcBef>
                <a:spcPts val="940"/>
              </a:spcBef>
              <a:spcAft>
                <a:spcPts val="0"/>
              </a:spcAft>
              <a:buSzPts val="1564"/>
              <a:buFont typeface="Franklin Gothic"/>
              <a:buAutoNum type="arabicPeriod"/>
            </a:pPr>
            <a:r>
              <a:rPr b="1" i="0" lang="en-US">
                <a:solidFill>
                  <a:srgbClr val="374151"/>
                </a:solidFill>
                <a:latin typeface="Arial"/>
                <a:ea typeface="Arial"/>
                <a:cs typeface="Arial"/>
                <a:sym typeface="Arial"/>
              </a:rPr>
              <a:t>They</a:t>
            </a:r>
            <a:r>
              <a:rPr b="0" i="0" lang="en-US">
                <a:solidFill>
                  <a:srgbClr val="374151"/>
                </a:solidFill>
                <a:latin typeface="Arial"/>
                <a:ea typeface="Arial"/>
                <a:cs typeface="Arial"/>
                <a:sym typeface="Arial"/>
              </a:rPr>
              <a:t> - Used to refer to more than one person or thing.</a:t>
            </a:r>
            <a:endParaRPr/>
          </a:p>
          <a:p>
            <a:pPr indent="-285750" lvl="1" marL="742950" rtl="0" algn="l">
              <a:spcBef>
                <a:spcPts val="880"/>
              </a:spcBef>
              <a:spcAft>
                <a:spcPts val="0"/>
              </a:spcAft>
              <a:buSzPts val="1288"/>
              <a:buFont typeface="Franklin Gothic"/>
              <a:buAutoNum type="arabicPeriod"/>
            </a:pPr>
            <a:r>
              <a:rPr b="0" i="0" lang="en-US">
                <a:solidFill>
                  <a:srgbClr val="374151"/>
                </a:solidFill>
                <a:latin typeface="Arial"/>
                <a:ea typeface="Arial"/>
                <a:cs typeface="Arial"/>
                <a:sym typeface="Arial"/>
              </a:rPr>
              <a:t>Example: </a:t>
            </a:r>
            <a:r>
              <a:rPr b="0" i="1" lang="en-US">
                <a:solidFill>
                  <a:srgbClr val="374151"/>
                </a:solidFill>
                <a:latin typeface="Arial"/>
                <a:ea typeface="Arial"/>
                <a:cs typeface="Arial"/>
                <a:sym typeface="Arial"/>
              </a:rPr>
              <a:t>They are my friends.</a:t>
            </a:r>
            <a:endParaRPr/>
          </a:p>
          <a:p>
            <a:pPr indent="-203962" lvl="1" marL="742950" rtl="0" algn="l">
              <a:spcBef>
                <a:spcPts val="880"/>
              </a:spcBef>
              <a:spcAft>
                <a:spcPts val="0"/>
              </a:spcAft>
              <a:buSzPts val="1288"/>
              <a:buFont typeface="Franklin Gothic"/>
              <a:buNone/>
            </a:pPr>
            <a:r>
              <a:t/>
            </a:r>
            <a:endParaRPr i="1">
              <a:solidFill>
                <a:srgbClr val="374151"/>
              </a:solidFill>
              <a:latin typeface="Arial"/>
              <a:ea typeface="Arial"/>
              <a:cs typeface="Arial"/>
              <a:sym typeface="Arial"/>
            </a:endParaRPr>
          </a:p>
          <a:p>
            <a:pPr indent="0" lvl="1" marL="457200" rtl="0" algn="l">
              <a:spcBef>
                <a:spcPts val="880"/>
              </a:spcBef>
              <a:spcAft>
                <a:spcPts val="0"/>
              </a:spcAft>
              <a:buSzPts val="1288"/>
              <a:buNone/>
            </a:pPr>
            <a:r>
              <a:rPr b="1" i="1" lang="en-US">
                <a:solidFill>
                  <a:srgbClr val="374151"/>
                </a:solidFill>
                <a:latin typeface="Arial"/>
                <a:ea typeface="Arial"/>
                <a:cs typeface="Arial"/>
                <a:sym typeface="Arial"/>
              </a:rPr>
              <a:t>Make 2 examples from ‘He’, ‘She’, ‘It’, and ‘They’ each.</a:t>
            </a:r>
            <a:endParaRPr b="1" i="0">
              <a:solidFill>
                <a:srgbClr val="374151"/>
              </a:solidFill>
              <a:latin typeface="Arial"/>
              <a:ea typeface="Arial"/>
              <a:cs typeface="Arial"/>
              <a:sym typeface="Arial"/>
            </a:endParaRPr>
          </a:p>
          <a:p>
            <a:pPr indent="0" lvl="0" marL="0" rtl="0" algn="l">
              <a:lnSpc>
                <a:spcPct val="110000"/>
              </a:lnSpc>
              <a:spcBef>
                <a:spcPts val="940"/>
              </a:spcBef>
              <a:spcAft>
                <a:spcPts val="0"/>
              </a:spcAft>
              <a:buSzPts val="1564"/>
              <a:buNone/>
            </a:pPr>
            <a:r>
              <a:t/>
            </a:r>
            <a:endParaRPr/>
          </a:p>
        </p:txBody>
      </p:sp>
      <p:pic>
        <p:nvPicPr>
          <p:cNvPr id="122" name="Google Shape;122;p3"/>
          <p:cNvPicPr preferRelativeResize="0"/>
          <p:nvPr/>
        </p:nvPicPr>
        <p:blipFill rotWithShape="1">
          <a:blip r:embed="rId3">
            <a:alphaModFix/>
          </a:blip>
          <a:srcRect b="0" l="0" r="0" t="0"/>
          <a:stretch/>
        </p:blipFill>
        <p:spPr>
          <a:xfrm>
            <a:off x="10987691" y="19420"/>
            <a:ext cx="1174097" cy="52922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4"/>
          <p:cNvSpPr txBox="1"/>
          <p:nvPr>
            <p:ph type="title"/>
          </p:nvPr>
        </p:nvSpPr>
        <p:spPr>
          <a:xfrm>
            <a:off x="581192" y="702156"/>
            <a:ext cx="11029616" cy="118872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rgbClr val="374151"/>
              </a:buClr>
              <a:buSzPts val="1800"/>
              <a:buFont typeface="Arial"/>
              <a:buNone/>
            </a:pPr>
            <a:r>
              <a:rPr b="1" i="0" lang="en-US" sz="1800">
                <a:solidFill>
                  <a:srgbClr val="374151"/>
                </a:solidFill>
                <a:latin typeface="Arial"/>
                <a:ea typeface="Arial"/>
                <a:cs typeface="Arial"/>
                <a:sym typeface="Arial"/>
              </a:rPr>
              <a:t>DEMONSTRATIVE PRONOUNS (THIS/THAT/THESE/THOSE)</a:t>
            </a:r>
            <a:br>
              <a:rPr b="0" i="0" lang="en-US" sz="1800">
                <a:solidFill>
                  <a:srgbClr val="374151"/>
                </a:solidFill>
                <a:latin typeface="Arial"/>
                <a:ea typeface="Arial"/>
                <a:cs typeface="Arial"/>
                <a:sym typeface="Arial"/>
              </a:rPr>
            </a:br>
            <a:r>
              <a:rPr b="0" i="0" lang="en-US" sz="1800">
                <a:solidFill>
                  <a:srgbClr val="374151"/>
                </a:solidFill>
                <a:latin typeface="Arial"/>
                <a:ea typeface="Arial"/>
                <a:cs typeface="Arial"/>
                <a:sym typeface="Arial"/>
              </a:rPr>
              <a:t>DEMONSTRATIVE PRONOUNS HELP US POINT OUT SPECIFIC THINGS OR GROUPS OF THINGS.</a:t>
            </a:r>
            <a:br>
              <a:rPr b="0" i="0" lang="en-US" sz="1800">
                <a:solidFill>
                  <a:srgbClr val="374151"/>
                </a:solidFill>
                <a:latin typeface="Arial"/>
                <a:ea typeface="Arial"/>
                <a:cs typeface="Arial"/>
                <a:sym typeface="Arial"/>
              </a:rPr>
            </a:br>
            <a:endParaRPr sz="1800"/>
          </a:p>
        </p:txBody>
      </p:sp>
      <p:sp>
        <p:nvSpPr>
          <p:cNvPr id="128" name="Google Shape;128;p4"/>
          <p:cNvSpPr txBox="1"/>
          <p:nvPr>
            <p:ph idx="1" type="body"/>
          </p:nvPr>
        </p:nvSpPr>
        <p:spPr>
          <a:xfrm>
            <a:off x="581192" y="2055994"/>
            <a:ext cx="9119612" cy="4204228"/>
          </a:xfrm>
          <a:prstGeom prst="rect">
            <a:avLst/>
          </a:prstGeom>
          <a:solidFill>
            <a:srgbClr val="F7F7F8"/>
          </a:solidFill>
          <a:ln>
            <a:noFill/>
          </a:ln>
        </p:spPr>
        <p:txBody>
          <a:bodyPr anchorCtr="0" anchor="ctr" bIns="0" lIns="91425" spcFirstLastPara="1" rIns="91425" wrap="square" tIns="0">
            <a:spAutoFit/>
          </a:bodyPr>
          <a:lstStyle/>
          <a:p>
            <a:pPr indent="-127000" lvl="0" marL="0" marR="0" rtl="0" algn="l">
              <a:lnSpc>
                <a:spcPct val="100000"/>
              </a:lnSpc>
              <a:spcBef>
                <a:spcPts val="0"/>
              </a:spcBef>
              <a:spcAft>
                <a:spcPts val="0"/>
              </a:spcAft>
              <a:buClr>
                <a:srgbClr val="374151"/>
              </a:buClr>
              <a:buSzPts val="2000"/>
              <a:buFont typeface="Arial"/>
              <a:buChar char="•"/>
            </a:pPr>
            <a:r>
              <a:rPr b="1" i="0" lang="en-US" sz="2000" u="none" cap="none" strike="noStrike">
                <a:solidFill>
                  <a:srgbClr val="374151"/>
                </a:solidFill>
                <a:latin typeface="Arial"/>
                <a:ea typeface="Arial"/>
                <a:cs typeface="Arial"/>
                <a:sym typeface="Arial"/>
              </a:rPr>
              <a:t>This</a:t>
            </a:r>
            <a:r>
              <a:rPr b="0" i="0" lang="en-US" sz="2000" u="none" cap="none" strike="noStrike">
                <a:solidFill>
                  <a:srgbClr val="374151"/>
                </a:solidFill>
                <a:latin typeface="Arial"/>
                <a:ea typeface="Arial"/>
                <a:cs typeface="Arial"/>
                <a:sym typeface="Arial"/>
              </a:rPr>
              <a:t> - Used to refer to something that is close to the speaker.</a:t>
            </a:r>
            <a:endParaRPr/>
          </a:p>
          <a:p>
            <a:pPr indent="-127000" lvl="0" marL="0" marR="0" rtl="0" algn="l">
              <a:lnSpc>
                <a:spcPct val="100000"/>
              </a:lnSpc>
              <a:spcBef>
                <a:spcPts val="0"/>
              </a:spcBef>
              <a:spcAft>
                <a:spcPts val="0"/>
              </a:spcAft>
              <a:buClr>
                <a:srgbClr val="374151"/>
              </a:buClr>
              <a:buSzPts val="2000"/>
              <a:buFont typeface="Arial"/>
              <a:buChar char="•"/>
            </a:pPr>
            <a:r>
              <a:rPr b="0" i="0" lang="en-US" sz="2000" u="none" cap="none" strike="noStrike">
                <a:solidFill>
                  <a:srgbClr val="374151"/>
                </a:solidFill>
                <a:latin typeface="Arial"/>
                <a:ea typeface="Arial"/>
                <a:cs typeface="Arial"/>
                <a:sym typeface="Arial"/>
              </a:rPr>
              <a:t>Example: </a:t>
            </a:r>
            <a:r>
              <a:rPr b="0" i="1" lang="en-US" sz="2000" u="none" cap="none" strike="noStrike">
                <a:solidFill>
                  <a:srgbClr val="374151"/>
                </a:solidFill>
                <a:latin typeface="Arial"/>
                <a:ea typeface="Arial"/>
                <a:cs typeface="Arial"/>
                <a:sym typeface="Arial"/>
              </a:rPr>
              <a:t>This is my book.</a:t>
            </a:r>
            <a:endParaRPr b="0" i="0" sz="2000" u="none" cap="none" strike="noStrike">
              <a:solidFill>
                <a:srgbClr val="374151"/>
              </a:solidFill>
              <a:latin typeface="Arial"/>
              <a:ea typeface="Arial"/>
              <a:cs typeface="Arial"/>
              <a:sym typeface="Arial"/>
            </a:endParaRPr>
          </a:p>
          <a:p>
            <a:pPr indent="-127000" lvl="0" marL="0" marR="0" rtl="0" algn="l">
              <a:lnSpc>
                <a:spcPct val="100000"/>
              </a:lnSpc>
              <a:spcBef>
                <a:spcPts val="0"/>
              </a:spcBef>
              <a:spcAft>
                <a:spcPts val="0"/>
              </a:spcAft>
              <a:buClr>
                <a:srgbClr val="374151"/>
              </a:buClr>
              <a:buSzPts val="2000"/>
              <a:buFont typeface="Arial"/>
              <a:buChar char="•"/>
            </a:pPr>
            <a:r>
              <a:rPr b="1" i="0" lang="en-US" sz="2000" u="none" cap="none" strike="noStrike">
                <a:solidFill>
                  <a:srgbClr val="374151"/>
                </a:solidFill>
                <a:latin typeface="Arial"/>
                <a:ea typeface="Arial"/>
                <a:cs typeface="Arial"/>
                <a:sym typeface="Arial"/>
              </a:rPr>
              <a:t>That</a:t>
            </a:r>
            <a:r>
              <a:rPr b="0" i="0" lang="en-US" sz="2000" u="none" cap="none" strike="noStrike">
                <a:solidFill>
                  <a:srgbClr val="374151"/>
                </a:solidFill>
                <a:latin typeface="Arial"/>
                <a:ea typeface="Arial"/>
                <a:cs typeface="Arial"/>
                <a:sym typeface="Arial"/>
              </a:rPr>
              <a:t> - Used to refer to something that is farther away from the speaker.</a:t>
            </a:r>
            <a:endParaRPr/>
          </a:p>
          <a:p>
            <a:pPr indent="-127000" lvl="0" marL="0" marR="0" rtl="0" algn="l">
              <a:lnSpc>
                <a:spcPct val="100000"/>
              </a:lnSpc>
              <a:spcBef>
                <a:spcPts val="0"/>
              </a:spcBef>
              <a:spcAft>
                <a:spcPts val="0"/>
              </a:spcAft>
              <a:buClr>
                <a:srgbClr val="374151"/>
              </a:buClr>
              <a:buSzPts val="2000"/>
              <a:buFont typeface="Arial"/>
              <a:buChar char="•"/>
            </a:pPr>
            <a:r>
              <a:rPr b="0" i="0" lang="en-US" sz="2000" u="none" cap="none" strike="noStrike">
                <a:solidFill>
                  <a:srgbClr val="374151"/>
                </a:solidFill>
                <a:latin typeface="Arial"/>
                <a:ea typeface="Arial"/>
                <a:cs typeface="Arial"/>
                <a:sym typeface="Arial"/>
              </a:rPr>
              <a:t>Example: </a:t>
            </a:r>
            <a:r>
              <a:rPr b="0" i="1" lang="en-US" sz="2000" u="none" cap="none" strike="noStrike">
                <a:solidFill>
                  <a:srgbClr val="374151"/>
                </a:solidFill>
                <a:latin typeface="Arial"/>
                <a:ea typeface="Arial"/>
                <a:cs typeface="Arial"/>
                <a:sym typeface="Arial"/>
              </a:rPr>
              <a:t>That is my car.</a:t>
            </a:r>
            <a:endParaRPr b="0" i="0" sz="2000" u="none" cap="none" strike="noStrike">
              <a:solidFill>
                <a:srgbClr val="374151"/>
              </a:solidFill>
              <a:latin typeface="Arial"/>
              <a:ea typeface="Arial"/>
              <a:cs typeface="Arial"/>
              <a:sym typeface="Arial"/>
            </a:endParaRPr>
          </a:p>
          <a:p>
            <a:pPr indent="-127000" lvl="0" marL="0" marR="0" rtl="0" algn="l">
              <a:lnSpc>
                <a:spcPct val="100000"/>
              </a:lnSpc>
              <a:spcBef>
                <a:spcPts val="0"/>
              </a:spcBef>
              <a:spcAft>
                <a:spcPts val="0"/>
              </a:spcAft>
              <a:buClr>
                <a:srgbClr val="374151"/>
              </a:buClr>
              <a:buSzPts val="2000"/>
              <a:buFont typeface="Arial"/>
              <a:buChar char="•"/>
            </a:pPr>
            <a:r>
              <a:rPr b="1" i="0" lang="en-US" sz="2000" u="none" cap="none" strike="noStrike">
                <a:solidFill>
                  <a:srgbClr val="374151"/>
                </a:solidFill>
                <a:latin typeface="Arial"/>
                <a:ea typeface="Arial"/>
                <a:cs typeface="Arial"/>
                <a:sym typeface="Arial"/>
              </a:rPr>
              <a:t>These</a:t>
            </a:r>
            <a:r>
              <a:rPr b="0" i="0" lang="en-US" sz="2000" u="none" cap="none" strike="noStrike">
                <a:solidFill>
                  <a:srgbClr val="374151"/>
                </a:solidFill>
                <a:latin typeface="Arial"/>
                <a:ea typeface="Arial"/>
                <a:cs typeface="Arial"/>
                <a:sym typeface="Arial"/>
              </a:rPr>
              <a:t> - Used to refer to more than one thing that are close to the speaker.</a:t>
            </a:r>
            <a:endParaRPr/>
          </a:p>
          <a:p>
            <a:pPr indent="-127000" lvl="0" marL="0" marR="0" rtl="0" algn="l">
              <a:lnSpc>
                <a:spcPct val="100000"/>
              </a:lnSpc>
              <a:spcBef>
                <a:spcPts val="0"/>
              </a:spcBef>
              <a:spcAft>
                <a:spcPts val="0"/>
              </a:spcAft>
              <a:buClr>
                <a:srgbClr val="374151"/>
              </a:buClr>
              <a:buSzPts val="2000"/>
              <a:buFont typeface="Arial"/>
              <a:buChar char="•"/>
            </a:pPr>
            <a:r>
              <a:rPr b="0" i="0" lang="en-US" sz="2000" u="none" cap="none" strike="noStrike">
                <a:solidFill>
                  <a:srgbClr val="374151"/>
                </a:solidFill>
                <a:latin typeface="Arial"/>
                <a:ea typeface="Arial"/>
                <a:cs typeface="Arial"/>
                <a:sym typeface="Arial"/>
              </a:rPr>
              <a:t>Example: </a:t>
            </a:r>
            <a:r>
              <a:rPr b="0" i="1" lang="en-US" sz="2000" u="none" cap="none" strike="noStrike">
                <a:solidFill>
                  <a:srgbClr val="374151"/>
                </a:solidFill>
                <a:latin typeface="Arial"/>
                <a:ea typeface="Arial"/>
                <a:cs typeface="Arial"/>
                <a:sym typeface="Arial"/>
              </a:rPr>
              <a:t>These are my shoes.</a:t>
            </a:r>
            <a:endParaRPr b="0" i="0" sz="2000" u="none" cap="none" strike="noStrike">
              <a:solidFill>
                <a:srgbClr val="374151"/>
              </a:solidFill>
              <a:latin typeface="Arial"/>
              <a:ea typeface="Arial"/>
              <a:cs typeface="Arial"/>
              <a:sym typeface="Arial"/>
            </a:endParaRPr>
          </a:p>
          <a:p>
            <a:pPr indent="-127000" lvl="0" marL="0" marR="0" rtl="0" algn="l">
              <a:lnSpc>
                <a:spcPct val="100000"/>
              </a:lnSpc>
              <a:spcBef>
                <a:spcPts val="0"/>
              </a:spcBef>
              <a:spcAft>
                <a:spcPts val="0"/>
              </a:spcAft>
              <a:buClr>
                <a:srgbClr val="374151"/>
              </a:buClr>
              <a:buSzPts val="2000"/>
              <a:buFont typeface="Arial"/>
              <a:buChar char="•"/>
            </a:pPr>
            <a:r>
              <a:rPr b="1" i="0" lang="en-US" sz="2000" u="none" cap="none" strike="noStrike">
                <a:solidFill>
                  <a:srgbClr val="374151"/>
                </a:solidFill>
                <a:latin typeface="Arial"/>
                <a:ea typeface="Arial"/>
                <a:cs typeface="Arial"/>
                <a:sym typeface="Arial"/>
              </a:rPr>
              <a:t>Those</a:t>
            </a:r>
            <a:r>
              <a:rPr b="0" i="0" lang="en-US" sz="2000" u="none" cap="none" strike="noStrike">
                <a:solidFill>
                  <a:srgbClr val="374151"/>
                </a:solidFill>
                <a:latin typeface="Arial"/>
                <a:ea typeface="Arial"/>
                <a:cs typeface="Arial"/>
                <a:sym typeface="Arial"/>
              </a:rPr>
              <a:t> - Used to refer to more than one thing that are farther away from the speaker.</a:t>
            </a:r>
            <a:endParaRPr/>
          </a:p>
          <a:p>
            <a:pPr indent="-127000" lvl="0" marL="0" marR="0" rtl="0" algn="l">
              <a:lnSpc>
                <a:spcPct val="100000"/>
              </a:lnSpc>
              <a:spcBef>
                <a:spcPts val="0"/>
              </a:spcBef>
              <a:spcAft>
                <a:spcPts val="0"/>
              </a:spcAft>
              <a:buClr>
                <a:srgbClr val="374151"/>
              </a:buClr>
              <a:buSzPts val="2000"/>
              <a:buFont typeface="Arial"/>
              <a:buChar char="•"/>
            </a:pPr>
            <a:r>
              <a:rPr b="0" i="0" lang="en-US" sz="2000" u="none" cap="none" strike="noStrike">
                <a:solidFill>
                  <a:srgbClr val="374151"/>
                </a:solidFill>
                <a:latin typeface="Arial"/>
                <a:ea typeface="Arial"/>
                <a:cs typeface="Arial"/>
                <a:sym typeface="Arial"/>
              </a:rPr>
              <a:t>Example: </a:t>
            </a:r>
            <a:r>
              <a:rPr b="0" i="1" lang="en-US" sz="2000" u="none" cap="none" strike="noStrike">
                <a:solidFill>
                  <a:srgbClr val="374151"/>
                </a:solidFill>
                <a:latin typeface="Arial"/>
                <a:ea typeface="Arial"/>
                <a:cs typeface="Arial"/>
                <a:sym typeface="Arial"/>
              </a:rPr>
              <a:t>Those are my friends.</a:t>
            </a:r>
            <a:endParaRPr/>
          </a:p>
          <a:p>
            <a:pPr indent="0" lvl="0" marL="0" marR="0" rtl="0" algn="l">
              <a:lnSpc>
                <a:spcPct val="100000"/>
              </a:lnSpc>
              <a:spcBef>
                <a:spcPts val="0"/>
              </a:spcBef>
              <a:spcAft>
                <a:spcPts val="0"/>
              </a:spcAft>
              <a:buClr>
                <a:srgbClr val="3F3F3F"/>
              </a:buClr>
              <a:buSzPts val="2000"/>
              <a:buFont typeface="Libre Franklin"/>
              <a:buNone/>
            </a:pPr>
            <a:r>
              <a:t/>
            </a:r>
            <a:endParaRPr i="1" sz="2000">
              <a:solidFill>
                <a:srgbClr val="374151"/>
              </a:solidFill>
              <a:latin typeface="Arial"/>
              <a:ea typeface="Arial"/>
              <a:cs typeface="Arial"/>
              <a:sym typeface="Arial"/>
            </a:endParaRPr>
          </a:p>
          <a:p>
            <a:pPr indent="-192278" lvl="1" marL="742950" rtl="0" algn="l">
              <a:spcBef>
                <a:spcPts val="320"/>
              </a:spcBef>
              <a:spcAft>
                <a:spcPts val="0"/>
              </a:spcAft>
              <a:buSzPts val="1472"/>
              <a:buFont typeface="Franklin Gothic"/>
              <a:buNone/>
            </a:pPr>
            <a:r>
              <a:t/>
            </a:r>
            <a:endParaRPr i="1" sz="1600">
              <a:solidFill>
                <a:srgbClr val="374151"/>
              </a:solidFill>
              <a:latin typeface="Arial"/>
              <a:ea typeface="Arial"/>
              <a:cs typeface="Arial"/>
              <a:sym typeface="Arial"/>
            </a:endParaRPr>
          </a:p>
          <a:p>
            <a:pPr indent="0" lvl="1" marL="457200" rtl="0" algn="l">
              <a:spcBef>
                <a:spcPts val="1000"/>
              </a:spcBef>
              <a:spcAft>
                <a:spcPts val="0"/>
              </a:spcAft>
              <a:buSzPts val="1472"/>
              <a:buNone/>
            </a:pPr>
            <a:r>
              <a:rPr b="1" i="1" lang="en-US" sz="1600">
                <a:solidFill>
                  <a:srgbClr val="374151"/>
                </a:solidFill>
                <a:latin typeface="Arial"/>
                <a:ea typeface="Arial"/>
                <a:cs typeface="Arial"/>
                <a:sym typeface="Arial"/>
              </a:rPr>
              <a:t>Make 2 examples from </a:t>
            </a:r>
            <a:r>
              <a:rPr b="1" i="1" lang="en-US" sz="2000">
                <a:solidFill>
                  <a:srgbClr val="374151"/>
                </a:solidFill>
                <a:latin typeface="Arial"/>
                <a:ea typeface="Arial"/>
                <a:cs typeface="Arial"/>
                <a:sym typeface="Arial"/>
              </a:rPr>
              <a:t>‘This’, ‘That’, ‘These’, and ‘Those’ each.</a:t>
            </a:r>
            <a:endParaRPr b="0" i="0" sz="2000" u="none" cap="none" strike="noStrike">
              <a:solidFill>
                <a:srgbClr val="374151"/>
              </a:solidFill>
              <a:latin typeface="Arial"/>
              <a:ea typeface="Arial"/>
              <a:cs typeface="Arial"/>
              <a:sym typeface="Arial"/>
            </a:endParaRPr>
          </a:p>
          <a:p>
            <a:pPr indent="0" lvl="0" marL="0" marR="0" rtl="0" algn="l">
              <a:lnSpc>
                <a:spcPct val="100000"/>
              </a:lnSpc>
              <a:spcBef>
                <a:spcPts val="600"/>
              </a:spcBef>
              <a:spcAft>
                <a:spcPts val="0"/>
              </a:spcAft>
              <a:buClr>
                <a:schemeClr val="dk1"/>
              </a:buClr>
              <a:buSzPts val="2000"/>
              <a:buFont typeface="Libre Franklin"/>
              <a:buNone/>
            </a:pPr>
            <a:br>
              <a:rPr b="0" i="0" lang="en-US" sz="2000" u="none" cap="none" strike="noStrike">
                <a:solidFill>
                  <a:schemeClr val="dk1"/>
                </a:solidFill>
              </a:rPr>
            </a:br>
            <a:endParaRPr b="0" i="0" sz="2000" u="none" cap="none" strike="noStrike">
              <a:solidFill>
                <a:schemeClr val="dk1"/>
              </a:solidFill>
              <a:latin typeface="Arial"/>
              <a:ea typeface="Arial"/>
              <a:cs typeface="Arial"/>
              <a:sym typeface="Arial"/>
            </a:endParaRPr>
          </a:p>
        </p:txBody>
      </p:sp>
      <p:pic>
        <p:nvPicPr>
          <p:cNvPr id="129" name="Google Shape;129;p4"/>
          <p:cNvPicPr preferRelativeResize="0"/>
          <p:nvPr/>
        </p:nvPicPr>
        <p:blipFill rotWithShape="1">
          <a:blip r:embed="rId3">
            <a:alphaModFix/>
          </a:blip>
          <a:srcRect b="0" l="0" r="0" t="0"/>
          <a:stretch/>
        </p:blipFill>
        <p:spPr>
          <a:xfrm>
            <a:off x="10987691" y="19420"/>
            <a:ext cx="1174097" cy="52922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5"/>
          <p:cNvSpPr txBox="1"/>
          <p:nvPr>
            <p:ph type="title"/>
          </p:nvPr>
        </p:nvSpPr>
        <p:spPr>
          <a:xfrm>
            <a:off x="581192" y="702156"/>
            <a:ext cx="11029616" cy="118872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rgbClr val="374151"/>
              </a:buClr>
              <a:buSzPts val="2800"/>
              <a:buFont typeface="Arial"/>
              <a:buNone/>
            </a:pPr>
            <a:r>
              <a:rPr b="1" i="0" lang="en-US">
                <a:solidFill>
                  <a:srgbClr val="374151"/>
                </a:solidFill>
                <a:latin typeface="Arial"/>
                <a:ea typeface="Arial"/>
                <a:cs typeface="Arial"/>
                <a:sym typeface="Arial"/>
              </a:rPr>
              <a:t>PRACTICE SENTENCES:</a:t>
            </a:r>
            <a:br>
              <a:rPr b="0" i="0" lang="en-US">
                <a:solidFill>
                  <a:srgbClr val="374151"/>
                </a:solidFill>
                <a:latin typeface="Arial"/>
                <a:ea typeface="Arial"/>
                <a:cs typeface="Arial"/>
                <a:sym typeface="Arial"/>
              </a:rPr>
            </a:br>
            <a:endParaRPr/>
          </a:p>
        </p:txBody>
      </p:sp>
      <p:sp>
        <p:nvSpPr>
          <p:cNvPr id="135" name="Google Shape;135;p5"/>
          <p:cNvSpPr txBox="1"/>
          <p:nvPr>
            <p:ph idx="1" type="body"/>
          </p:nvPr>
        </p:nvSpPr>
        <p:spPr>
          <a:xfrm>
            <a:off x="581192" y="2340864"/>
            <a:ext cx="11029615" cy="3634486"/>
          </a:xfrm>
          <a:prstGeom prst="rect">
            <a:avLst/>
          </a:prstGeom>
          <a:noFill/>
          <a:ln>
            <a:noFill/>
          </a:ln>
        </p:spPr>
        <p:txBody>
          <a:bodyPr anchorCtr="0" anchor="ctr" bIns="45700" lIns="91425" spcFirstLastPara="1" rIns="91425" wrap="square" tIns="45700">
            <a:normAutofit fontScale="92500" lnSpcReduction="20000"/>
          </a:bodyPr>
          <a:lstStyle/>
          <a:p>
            <a:pPr indent="-306029" lvl="0" marL="306000" rtl="0" algn="l">
              <a:lnSpc>
                <a:spcPct val="110000"/>
              </a:lnSpc>
              <a:spcBef>
                <a:spcPts val="0"/>
              </a:spcBef>
              <a:spcAft>
                <a:spcPts val="0"/>
              </a:spcAft>
              <a:buSzPct val="92000"/>
              <a:buFont typeface="Franklin Gothic"/>
              <a:buAutoNum type="arabicPeriod"/>
            </a:pPr>
            <a:r>
              <a:rPr b="0" i="1" lang="en-US">
                <a:solidFill>
                  <a:srgbClr val="374151"/>
                </a:solidFill>
                <a:latin typeface="Arial"/>
                <a:ea typeface="Arial"/>
                <a:cs typeface="Arial"/>
                <a:sym typeface="Arial"/>
              </a:rPr>
              <a:t>He is a doctor.</a:t>
            </a:r>
            <a:endParaRPr b="0" i="0">
              <a:solidFill>
                <a:srgbClr val="374151"/>
              </a:solidFill>
              <a:latin typeface="Arial"/>
              <a:ea typeface="Arial"/>
              <a:cs typeface="Arial"/>
              <a:sym typeface="Arial"/>
            </a:endParaRPr>
          </a:p>
          <a:p>
            <a:pPr indent="-306029" lvl="0" marL="306000" rtl="0" algn="l">
              <a:lnSpc>
                <a:spcPct val="110000"/>
              </a:lnSpc>
              <a:spcBef>
                <a:spcPts val="914"/>
              </a:spcBef>
              <a:spcAft>
                <a:spcPts val="0"/>
              </a:spcAft>
              <a:buSzPct val="92000"/>
              <a:buFont typeface="Franklin Gothic"/>
              <a:buAutoNum type="arabicPeriod"/>
            </a:pPr>
            <a:r>
              <a:rPr b="0" i="1" lang="en-US">
                <a:solidFill>
                  <a:srgbClr val="374151"/>
                </a:solidFill>
                <a:latin typeface="Arial"/>
                <a:ea typeface="Arial"/>
                <a:cs typeface="Arial"/>
                <a:sym typeface="Arial"/>
              </a:rPr>
              <a:t>She has a cat.</a:t>
            </a:r>
            <a:endParaRPr b="0" i="0">
              <a:solidFill>
                <a:srgbClr val="374151"/>
              </a:solidFill>
              <a:latin typeface="Arial"/>
              <a:ea typeface="Arial"/>
              <a:cs typeface="Arial"/>
              <a:sym typeface="Arial"/>
            </a:endParaRPr>
          </a:p>
          <a:p>
            <a:pPr indent="-306029" lvl="0" marL="306000" rtl="0" algn="l">
              <a:lnSpc>
                <a:spcPct val="110000"/>
              </a:lnSpc>
              <a:spcBef>
                <a:spcPts val="914"/>
              </a:spcBef>
              <a:spcAft>
                <a:spcPts val="0"/>
              </a:spcAft>
              <a:buSzPct val="92000"/>
              <a:buFont typeface="Franklin Gothic"/>
              <a:buAutoNum type="arabicPeriod"/>
            </a:pPr>
            <a:r>
              <a:rPr b="0" i="1" lang="en-US">
                <a:solidFill>
                  <a:srgbClr val="374151"/>
                </a:solidFill>
                <a:latin typeface="Arial"/>
                <a:ea typeface="Arial"/>
                <a:cs typeface="Arial"/>
                <a:sym typeface="Arial"/>
              </a:rPr>
              <a:t>It is a sunny day.</a:t>
            </a:r>
            <a:endParaRPr b="0" i="0">
              <a:solidFill>
                <a:srgbClr val="374151"/>
              </a:solidFill>
              <a:latin typeface="Arial"/>
              <a:ea typeface="Arial"/>
              <a:cs typeface="Arial"/>
              <a:sym typeface="Arial"/>
            </a:endParaRPr>
          </a:p>
          <a:p>
            <a:pPr indent="-306029" lvl="0" marL="306000" rtl="0" algn="l">
              <a:lnSpc>
                <a:spcPct val="110000"/>
              </a:lnSpc>
              <a:spcBef>
                <a:spcPts val="914"/>
              </a:spcBef>
              <a:spcAft>
                <a:spcPts val="0"/>
              </a:spcAft>
              <a:buSzPct val="92000"/>
              <a:buFont typeface="Franklin Gothic"/>
              <a:buAutoNum type="arabicPeriod"/>
            </a:pPr>
            <a:r>
              <a:rPr b="0" i="1" lang="en-US">
                <a:solidFill>
                  <a:srgbClr val="374151"/>
                </a:solidFill>
                <a:latin typeface="Arial"/>
                <a:ea typeface="Arial"/>
                <a:cs typeface="Arial"/>
                <a:sym typeface="Arial"/>
              </a:rPr>
              <a:t>They are playing in the park.</a:t>
            </a:r>
            <a:endParaRPr b="0" i="0">
              <a:solidFill>
                <a:srgbClr val="374151"/>
              </a:solidFill>
              <a:latin typeface="Arial"/>
              <a:ea typeface="Arial"/>
              <a:cs typeface="Arial"/>
              <a:sym typeface="Arial"/>
            </a:endParaRPr>
          </a:p>
          <a:p>
            <a:pPr indent="-306029" lvl="0" marL="306000" rtl="0" algn="l">
              <a:lnSpc>
                <a:spcPct val="110000"/>
              </a:lnSpc>
              <a:spcBef>
                <a:spcPts val="914"/>
              </a:spcBef>
              <a:spcAft>
                <a:spcPts val="0"/>
              </a:spcAft>
              <a:buSzPct val="92000"/>
              <a:buFont typeface="Franklin Gothic"/>
              <a:buAutoNum type="arabicPeriod"/>
            </a:pPr>
            <a:r>
              <a:rPr b="0" i="1" lang="en-US">
                <a:solidFill>
                  <a:srgbClr val="374151"/>
                </a:solidFill>
                <a:latin typeface="Arial"/>
                <a:ea typeface="Arial"/>
                <a:cs typeface="Arial"/>
                <a:sym typeface="Arial"/>
              </a:rPr>
              <a:t>This is my favorite song.</a:t>
            </a:r>
            <a:endParaRPr b="0" i="0">
              <a:solidFill>
                <a:srgbClr val="374151"/>
              </a:solidFill>
              <a:latin typeface="Arial"/>
              <a:ea typeface="Arial"/>
              <a:cs typeface="Arial"/>
              <a:sym typeface="Arial"/>
            </a:endParaRPr>
          </a:p>
          <a:p>
            <a:pPr indent="-306029" lvl="0" marL="306000" rtl="0" algn="l">
              <a:lnSpc>
                <a:spcPct val="110000"/>
              </a:lnSpc>
              <a:spcBef>
                <a:spcPts val="914"/>
              </a:spcBef>
              <a:spcAft>
                <a:spcPts val="0"/>
              </a:spcAft>
              <a:buSzPct val="92000"/>
              <a:buFont typeface="Franklin Gothic"/>
              <a:buAutoNum type="arabicPeriod"/>
            </a:pPr>
            <a:r>
              <a:rPr b="0" i="1" lang="en-US">
                <a:solidFill>
                  <a:srgbClr val="374151"/>
                </a:solidFill>
                <a:latin typeface="Arial"/>
                <a:ea typeface="Arial"/>
                <a:cs typeface="Arial"/>
                <a:sym typeface="Arial"/>
              </a:rPr>
              <a:t>That book is interesting.</a:t>
            </a:r>
            <a:endParaRPr b="0" i="0">
              <a:solidFill>
                <a:srgbClr val="374151"/>
              </a:solidFill>
              <a:latin typeface="Arial"/>
              <a:ea typeface="Arial"/>
              <a:cs typeface="Arial"/>
              <a:sym typeface="Arial"/>
            </a:endParaRPr>
          </a:p>
          <a:p>
            <a:pPr indent="-306029" lvl="0" marL="306000" rtl="0" algn="l">
              <a:lnSpc>
                <a:spcPct val="110000"/>
              </a:lnSpc>
              <a:spcBef>
                <a:spcPts val="914"/>
              </a:spcBef>
              <a:spcAft>
                <a:spcPts val="0"/>
              </a:spcAft>
              <a:buSzPct val="92000"/>
              <a:buFont typeface="Franklin Gothic"/>
              <a:buAutoNum type="arabicPeriod"/>
            </a:pPr>
            <a:r>
              <a:rPr b="0" i="1" lang="en-US">
                <a:solidFill>
                  <a:srgbClr val="374151"/>
                </a:solidFill>
                <a:latin typeface="Arial"/>
                <a:ea typeface="Arial"/>
                <a:cs typeface="Arial"/>
                <a:sym typeface="Arial"/>
              </a:rPr>
              <a:t>These are my new shoes.</a:t>
            </a:r>
            <a:endParaRPr b="0" i="0">
              <a:solidFill>
                <a:srgbClr val="374151"/>
              </a:solidFill>
              <a:latin typeface="Arial"/>
              <a:ea typeface="Arial"/>
              <a:cs typeface="Arial"/>
              <a:sym typeface="Arial"/>
            </a:endParaRPr>
          </a:p>
          <a:p>
            <a:pPr indent="-306029" lvl="0" marL="306000" rtl="0" algn="l">
              <a:lnSpc>
                <a:spcPct val="110000"/>
              </a:lnSpc>
              <a:spcBef>
                <a:spcPts val="914"/>
              </a:spcBef>
              <a:spcAft>
                <a:spcPts val="0"/>
              </a:spcAft>
              <a:buSzPct val="92000"/>
              <a:buFont typeface="Franklin Gothic"/>
              <a:buAutoNum type="arabicPeriod"/>
            </a:pPr>
            <a:r>
              <a:rPr b="0" i="1" lang="en-US">
                <a:solidFill>
                  <a:srgbClr val="374151"/>
                </a:solidFill>
                <a:latin typeface="Arial"/>
                <a:ea typeface="Arial"/>
                <a:cs typeface="Arial"/>
                <a:sym typeface="Arial"/>
              </a:rPr>
              <a:t>Those flowers are beautiful.</a:t>
            </a:r>
            <a:endParaRPr b="0" i="0">
              <a:solidFill>
                <a:srgbClr val="374151"/>
              </a:solidFill>
              <a:latin typeface="Arial"/>
              <a:ea typeface="Arial"/>
              <a:cs typeface="Arial"/>
              <a:sym typeface="Arial"/>
            </a:endParaRPr>
          </a:p>
          <a:p>
            <a:pPr indent="-306029" lvl="0" marL="306000" rtl="0" algn="l">
              <a:lnSpc>
                <a:spcPct val="110000"/>
              </a:lnSpc>
              <a:spcBef>
                <a:spcPts val="914"/>
              </a:spcBef>
              <a:spcAft>
                <a:spcPts val="0"/>
              </a:spcAft>
              <a:buSzPct val="92000"/>
              <a:buFont typeface="Franklin Gothic"/>
              <a:buAutoNum type="arabicPeriod"/>
            </a:pPr>
            <a:r>
              <a:rPr b="0" i="1" lang="en-US">
                <a:solidFill>
                  <a:srgbClr val="374151"/>
                </a:solidFill>
                <a:latin typeface="Arial"/>
                <a:ea typeface="Arial"/>
                <a:cs typeface="Arial"/>
                <a:sym typeface="Arial"/>
              </a:rPr>
              <a:t>He loves to cook.</a:t>
            </a:r>
            <a:endParaRPr b="0" i="0">
              <a:solidFill>
                <a:srgbClr val="374151"/>
              </a:solidFill>
              <a:latin typeface="Arial"/>
              <a:ea typeface="Arial"/>
              <a:cs typeface="Arial"/>
              <a:sym typeface="Arial"/>
            </a:endParaRPr>
          </a:p>
          <a:p>
            <a:pPr indent="-306029" lvl="0" marL="306000" rtl="0" algn="l">
              <a:lnSpc>
                <a:spcPct val="110000"/>
              </a:lnSpc>
              <a:spcBef>
                <a:spcPts val="914"/>
              </a:spcBef>
              <a:spcAft>
                <a:spcPts val="0"/>
              </a:spcAft>
              <a:buSzPct val="92000"/>
              <a:buFont typeface="Franklin Gothic"/>
              <a:buAutoNum type="arabicPeriod"/>
            </a:pPr>
            <a:r>
              <a:rPr b="0" i="1" lang="en-US">
                <a:solidFill>
                  <a:srgbClr val="374151"/>
                </a:solidFill>
                <a:latin typeface="Arial"/>
                <a:ea typeface="Arial"/>
                <a:cs typeface="Arial"/>
                <a:sym typeface="Arial"/>
              </a:rPr>
              <a:t>She enjoys reading books.</a:t>
            </a:r>
            <a:endParaRPr b="0" i="0">
              <a:solidFill>
                <a:srgbClr val="374151"/>
              </a:solidFill>
              <a:latin typeface="Arial"/>
              <a:ea typeface="Arial"/>
              <a:cs typeface="Arial"/>
              <a:sym typeface="Arial"/>
            </a:endParaRPr>
          </a:p>
          <a:p>
            <a:pPr indent="-214163" lvl="0" marL="306000" rtl="0" algn="l">
              <a:lnSpc>
                <a:spcPct val="110000"/>
              </a:lnSpc>
              <a:spcBef>
                <a:spcPts val="914"/>
              </a:spcBef>
              <a:spcAft>
                <a:spcPts val="0"/>
              </a:spcAft>
              <a:buSzPct val="92000"/>
              <a:buNone/>
            </a:pPr>
            <a:r>
              <a:t/>
            </a:r>
            <a:endParaRPr/>
          </a:p>
        </p:txBody>
      </p:sp>
      <p:pic>
        <p:nvPicPr>
          <p:cNvPr id="136" name="Google Shape;136;p5"/>
          <p:cNvPicPr preferRelativeResize="0"/>
          <p:nvPr/>
        </p:nvPicPr>
        <p:blipFill rotWithShape="1">
          <a:blip r:embed="rId3">
            <a:alphaModFix/>
          </a:blip>
          <a:srcRect b="0" l="0" r="0" t="0"/>
          <a:stretch/>
        </p:blipFill>
        <p:spPr>
          <a:xfrm>
            <a:off x="10987691" y="19420"/>
            <a:ext cx="1174097" cy="52922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40" name="Shape 140"/>
        <p:cNvGrpSpPr/>
        <p:nvPr/>
      </p:nvGrpSpPr>
      <p:grpSpPr>
        <a:xfrm>
          <a:off x="0" y="0"/>
          <a:ext cx="0" cy="0"/>
          <a:chOff x="0" y="0"/>
          <a:chExt cx="0" cy="0"/>
        </a:xfrm>
      </p:grpSpPr>
      <p:sp>
        <p:nvSpPr>
          <p:cNvPr id="141" name="Google Shape;141;g298065ea00b_0_0"/>
          <p:cNvSpPr txBox="1"/>
          <p:nvPr>
            <p:ph type="title"/>
          </p:nvPr>
        </p:nvSpPr>
        <p:spPr>
          <a:xfrm>
            <a:off x="581192" y="702156"/>
            <a:ext cx="11029500" cy="1188600"/>
          </a:xfrm>
          <a:prstGeom prst="rect">
            <a:avLst/>
          </a:prstGeom>
          <a:noFill/>
          <a:ln>
            <a:noFill/>
          </a:ln>
          <a:effectLst>
            <a:outerShdw blurRad="25400">
              <a:srgbClr val="000000">
                <a:alpha val="45880"/>
              </a:srgbClr>
            </a:outerShdw>
          </a:effectLst>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2"/>
              </a:buClr>
              <a:buSzPts val="4600"/>
              <a:buFont typeface="Sorts Mill Goudy"/>
              <a:buNone/>
            </a:pPr>
            <a:r>
              <a:rPr lang="en-US">
                <a:solidFill>
                  <a:schemeClr val="lt1"/>
                </a:solidFill>
              </a:rPr>
              <a:t>How to ask questions in English?</a:t>
            </a:r>
            <a:endParaRPr>
              <a:solidFill>
                <a:schemeClr val="lt1"/>
              </a:solidFill>
            </a:endParaRPr>
          </a:p>
        </p:txBody>
      </p:sp>
      <p:sp>
        <p:nvSpPr>
          <p:cNvPr id="142" name="Google Shape;142;g298065ea00b_0_0"/>
          <p:cNvSpPr txBox="1"/>
          <p:nvPr>
            <p:ph idx="1" type="body"/>
          </p:nvPr>
        </p:nvSpPr>
        <p:spPr>
          <a:xfrm>
            <a:off x="913795" y="2605367"/>
            <a:ext cx="10353900" cy="3714600"/>
          </a:xfrm>
          <a:prstGeom prst="rect">
            <a:avLst/>
          </a:prstGeom>
          <a:noFill/>
          <a:ln>
            <a:noFill/>
          </a:ln>
          <a:effectLst>
            <a:outerShdw blurRad="25400">
              <a:srgbClr val="000000">
                <a:alpha val="45880"/>
              </a:srgbClr>
            </a:outerShdw>
          </a:effectLst>
        </p:spPr>
        <p:txBody>
          <a:bodyPr anchorCtr="0" anchor="t" bIns="45700" lIns="91425" spcFirstLastPara="1" rIns="91425" wrap="square" tIns="45700">
            <a:normAutofit/>
          </a:bodyPr>
          <a:lstStyle/>
          <a:p>
            <a:pPr indent="-306000" lvl="0" marL="342900" rtl="0" algn="l">
              <a:lnSpc>
                <a:spcPct val="110000"/>
              </a:lnSpc>
              <a:spcBef>
                <a:spcPts val="0"/>
              </a:spcBef>
              <a:spcAft>
                <a:spcPts val="0"/>
              </a:spcAft>
              <a:buSzPts val="1610"/>
              <a:buChar char="◼"/>
            </a:pPr>
            <a:r>
              <a:rPr lang="en-US">
                <a:solidFill>
                  <a:schemeClr val="lt1"/>
                </a:solidFill>
                <a:latin typeface="Arial"/>
                <a:ea typeface="Arial"/>
                <a:cs typeface="Arial"/>
                <a:sym typeface="Arial"/>
              </a:rPr>
              <a:t>Now we </a:t>
            </a:r>
            <a:r>
              <a:rPr b="0" i="0" lang="en-US">
                <a:solidFill>
                  <a:schemeClr val="lt1"/>
                </a:solidFill>
                <a:latin typeface="Arial"/>
                <a:ea typeface="Arial"/>
                <a:cs typeface="Arial"/>
                <a:sym typeface="Arial"/>
              </a:rPr>
              <a:t>will learn how to ask questions in English. Asking questions is an important part of communication, as it helps us gather information and understand others better. We'll start with simple questions and gradually move on to more complex ones.</a:t>
            </a:r>
            <a:br>
              <a:rPr lang="en-US">
                <a:solidFill>
                  <a:schemeClr val="lt1"/>
                </a:solidFill>
              </a:rPr>
            </a:br>
            <a:endParaRPr>
              <a:solidFill>
                <a:schemeClr val="lt1"/>
              </a:solidFill>
            </a:endParaRPr>
          </a:p>
        </p:txBody>
      </p:sp>
      <p:pic>
        <p:nvPicPr>
          <p:cNvPr id="143" name="Google Shape;143;g298065ea00b_0_0"/>
          <p:cNvPicPr preferRelativeResize="0"/>
          <p:nvPr/>
        </p:nvPicPr>
        <p:blipFill rotWithShape="1">
          <a:blip r:embed="rId4">
            <a:alphaModFix/>
          </a:blip>
          <a:srcRect b="0" l="0" r="0" t="0"/>
          <a:stretch/>
        </p:blipFill>
        <p:spPr>
          <a:xfrm>
            <a:off x="11233928" y="0"/>
            <a:ext cx="958052" cy="431838"/>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g298065ea00b_0_6"/>
          <p:cNvSpPr txBox="1"/>
          <p:nvPr>
            <p:ph type="title"/>
          </p:nvPr>
        </p:nvSpPr>
        <p:spPr>
          <a:xfrm>
            <a:off x="581192" y="702156"/>
            <a:ext cx="11029500" cy="1188600"/>
          </a:xfrm>
          <a:prstGeom prst="rect">
            <a:avLst/>
          </a:prstGeom>
          <a:noFill/>
          <a:ln>
            <a:noFill/>
          </a:ln>
          <a:effectLst>
            <a:outerShdw blurRad="25400">
              <a:srgbClr val="000000">
                <a:alpha val="45880"/>
              </a:srgbClr>
            </a:outerShdw>
          </a:effectLst>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4600"/>
              <a:buFont typeface="Arial"/>
              <a:buNone/>
            </a:pPr>
            <a:r>
              <a:rPr b="1" i="0" lang="en-US">
                <a:solidFill>
                  <a:schemeClr val="dk1"/>
                </a:solidFill>
                <a:latin typeface="Arial"/>
                <a:ea typeface="Arial"/>
                <a:cs typeface="Arial"/>
                <a:sym typeface="Arial"/>
              </a:rPr>
              <a:t>1. What questions:</a:t>
            </a:r>
            <a:br>
              <a:rPr b="0" i="0" lang="en-US">
                <a:solidFill>
                  <a:schemeClr val="dk1"/>
                </a:solidFill>
                <a:latin typeface="Arial"/>
                <a:ea typeface="Arial"/>
                <a:cs typeface="Arial"/>
                <a:sym typeface="Arial"/>
              </a:rPr>
            </a:br>
            <a:endParaRPr>
              <a:solidFill>
                <a:schemeClr val="dk1"/>
              </a:solidFill>
            </a:endParaRPr>
          </a:p>
        </p:txBody>
      </p:sp>
      <p:sp>
        <p:nvSpPr>
          <p:cNvPr id="149" name="Google Shape;149;g298065ea00b_0_6"/>
          <p:cNvSpPr txBox="1"/>
          <p:nvPr>
            <p:ph idx="1" type="body"/>
          </p:nvPr>
        </p:nvSpPr>
        <p:spPr>
          <a:xfrm>
            <a:off x="581192" y="2340864"/>
            <a:ext cx="11029500" cy="3634500"/>
          </a:xfrm>
          <a:prstGeom prst="rect">
            <a:avLst/>
          </a:prstGeom>
          <a:noFill/>
          <a:ln>
            <a:noFill/>
          </a:ln>
          <a:effectLst>
            <a:outerShdw blurRad="25400">
              <a:srgbClr val="000000">
                <a:alpha val="45880"/>
              </a:srgbClr>
            </a:outerShdw>
          </a:effectLst>
        </p:spPr>
        <p:txBody>
          <a:bodyPr anchorCtr="0" anchor="t" bIns="45700" lIns="91425" spcFirstLastPara="1" rIns="91425" wrap="square" tIns="45700">
            <a:normAutofit lnSpcReduction="20000"/>
          </a:bodyPr>
          <a:lstStyle/>
          <a:p>
            <a:pPr indent="-329025" lvl="0" marL="342900" rtl="0" algn="l">
              <a:lnSpc>
                <a:spcPct val="110000"/>
              </a:lnSpc>
              <a:spcBef>
                <a:spcPts val="0"/>
              </a:spcBef>
              <a:spcAft>
                <a:spcPts val="0"/>
              </a:spcAft>
              <a:buClr>
                <a:schemeClr val="dk1"/>
              </a:buClr>
              <a:buSzPts val="1610"/>
              <a:buChar char="◼"/>
            </a:pPr>
            <a:r>
              <a:rPr b="1" i="0" lang="en-US">
                <a:solidFill>
                  <a:schemeClr val="dk1"/>
                </a:solidFill>
                <a:latin typeface="Arial"/>
                <a:ea typeface="Arial"/>
                <a:cs typeface="Arial"/>
                <a:sym typeface="Arial"/>
              </a:rPr>
              <a:t>Meaning:</a:t>
            </a:r>
            <a:r>
              <a:rPr b="0" i="0" lang="en-US">
                <a:solidFill>
                  <a:schemeClr val="dk1"/>
                </a:solidFill>
                <a:latin typeface="Arial"/>
                <a:ea typeface="Arial"/>
                <a:cs typeface="Arial"/>
                <a:sym typeface="Arial"/>
              </a:rPr>
              <a:t> These questions seek information about people, things, or places.</a:t>
            </a:r>
            <a:endParaRPr>
              <a:solidFill>
                <a:schemeClr val="dk1"/>
              </a:solidFill>
            </a:endParaRPr>
          </a:p>
          <a:p>
            <a:pPr indent="-329025" lvl="0" marL="342900" rtl="0" algn="l">
              <a:lnSpc>
                <a:spcPct val="110000"/>
              </a:lnSpc>
              <a:spcBef>
                <a:spcPts val="956"/>
              </a:spcBef>
              <a:spcAft>
                <a:spcPts val="0"/>
              </a:spcAft>
              <a:buClr>
                <a:schemeClr val="dk1"/>
              </a:buClr>
              <a:buSzPts val="1610"/>
              <a:buChar char="◼"/>
            </a:pPr>
            <a:r>
              <a:rPr b="1" i="0" lang="en-US">
                <a:solidFill>
                  <a:schemeClr val="dk1"/>
                </a:solidFill>
                <a:latin typeface="Arial"/>
                <a:ea typeface="Arial"/>
                <a:cs typeface="Arial"/>
                <a:sym typeface="Arial"/>
              </a:rPr>
              <a:t>Examples:</a:t>
            </a:r>
            <a:endParaRPr b="0" i="0">
              <a:solidFill>
                <a:schemeClr val="dk1"/>
              </a:solidFill>
              <a:latin typeface="Arial"/>
              <a:ea typeface="Arial"/>
              <a:cs typeface="Arial"/>
              <a:sym typeface="Arial"/>
            </a:endParaRPr>
          </a:p>
          <a:p>
            <a:pPr indent="-329025" lvl="0" marL="342900" rtl="0" algn="l">
              <a:lnSpc>
                <a:spcPct val="110000"/>
              </a:lnSpc>
              <a:spcBef>
                <a:spcPts val="956"/>
              </a:spcBef>
              <a:spcAft>
                <a:spcPts val="0"/>
              </a:spcAft>
              <a:buClr>
                <a:schemeClr val="dk1"/>
              </a:buClr>
              <a:buSzPts val="1610"/>
              <a:buFont typeface="Sorts Mill Goudy"/>
              <a:buAutoNum type="arabicPeriod"/>
            </a:pPr>
            <a:r>
              <a:rPr b="0" i="0" lang="en-US">
                <a:solidFill>
                  <a:schemeClr val="dk1"/>
                </a:solidFill>
                <a:latin typeface="Arial"/>
                <a:ea typeface="Arial"/>
                <a:cs typeface="Arial"/>
                <a:sym typeface="Arial"/>
              </a:rPr>
              <a:t>What is your name?</a:t>
            </a:r>
            <a:endParaRPr>
              <a:solidFill>
                <a:schemeClr val="dk1"/>
              </a:solidFill>
            </a:endParaRPr>
          </a:p>
          <a:p>
            <a:pPr indent="-329025" lvl="0" marL="342900" rtl="0" algn="l">
              <a:lnSpc>
                <a:spcPct val="110000"/>
              </a:lnSpc>
              <a:spcBef>
                <a:spcPts val="956"/>
              </a:spcBef>
              <a:spcAft>
                <a:spcPts val="0"/>
              </a:spcAft>
              <a:buClr>
                <a:schemeClr val="dk1"/>
              </a:buClr>
              <a:buSzPts val="1610"/>
              <a:buFont typeface="Sorts Mill Goudy"/>
              <a:buAutoNum type="arabicPeriod"/>
            </a:pPr>
            <a:r>
              <a:rPr b="0" i="0" lang="en-US">
                <a:solidFill>
                  <a:schemeClr val="dk1"/>
                </a:solidFill>
                <a:latin typeface="Arial"/>
                <a:ea typeface="Arial"/>
                <a:cs typeface="Arial"/>
                <a:sym typeface="Arial"/>
              </a:rPr>
              <a:t>What is this?</a:t>
            </a:r>
            <a:endParaRPr>
              <a:solidFill>
                <a:schemeClr val="dk1"/>
              </a:solidFill>
            </a:endParaRPr>
          </a:p>
          <a:p>
            <a:pPr indent="-329025" lvl="0" marL="342900" rtl="0" algn="l">
              <a:lnSpc>
                <a:spcPct val="110000"/>
              </a:lnSpc>
              <a:spcBef>
                <a:spcPts val="956"/>
              </a:spcBef>
              <a:spcAft>
                <a:spcPts val="0"/>
              </a:spcAft>
              <a:buClr>
                <a:schemeClr val="dk1"/>
              </a:buClr>
              <a:buSzPts val="1610"/>
              <a:buFont typeface="Sorts Mill Goudy"/>
              <a:buAutoNum type="arabicPeriod"/>
            </a:pPr>
            <a:r>
              <a:rPr b="0" i="0" lang="en-US">
                <a:solidFill>
                  <a:schemeClr val="dk1"/>
                </a:solidFill>
                <a:latin typeface="Arial"/>
                <a:ea typeface="Arial"/>
                <a:cs typeface="Arial"/>
                <a:sym typeface="Arial"/>
              </a:rPr>
              <a:t>What are you doing?</a:t>
            </a:r>
            <a:endParaRPr>
              <a:solidFill>
                <a:schemeClr val="dk1"/>
              </a:solidFill>
            </a:endParaRPr>
          </a:p>
          <a:p>
            <a:pPr indent="-329025" lvl="0" marL="342900" rtl="0" algn="l">
              <a:lnSpc>
                <a:spcPct val="110000"/>
              </a:lnSpc>
              <a:spcBef>
                <a:spcPts val="956"/>
              </a:spcBef>
              <a:spcAft>
                <a:spcPts val="0"/>
              </a:spcAft>
              <a:buClr>
                <a:schemeClr val="dk1"/>
              </a:buClr>
              <a:buSzPts val="1610"/>
              <a:buChar char="◼"/>
            </a:pPr>
            <a:r>
              <a:rPr b="1" i="0" lang="en-US">
                <a:solidFill>
                  <a:schemeClr val="dk1"/>
                </a:solidFill>
                <a:latin typeface="Arial"/>
                <a:ea typeface="Arial"/>
                <a:cs typeface="Arial"/>
                <a:sym typeface="Arial"/>
              </a:rPr>
              <a:t>Sentences:</a:t>
            </a:r>
            <a:endParaRPr b="0" i="0">
              <a:solidFill>
                <a:schemeClr val="dk1"/>
              </a:solidFill>
              <a:latin typeface="Arial"/>
              <a:ea typeface="Arial"/>
              <a:cs typeface="Arial"/>
              <a:sym typeface="Arial"/>
            </a:endParaRPr>
          </a:p>
          <a:p>
            <a:pPr indent="-329025" lvl="0" marL="342900" rtl="0" algn="l">
              <a:lnSpc>
                <a:spcPct val="110000"/>
              </a:lnSpc>
              <a:spcBef>
                <a:spcPts val="956"/>
              </a:spcBef>
              <a:spcAft>
                <a:spcPts val="0"/>
              </a:spcAft>
              <a:buClr>
                <a:schemeClr val="dk1"/>
              </a:buClr>
              <a:buSzPts val="1610"/>
              <a:buFont typeface="Sorts Mill Goudy"/>
              <a:buAutoNum type="arabicPeriod"/>
            </a:pPr>
            <a:r>
              <a:rPr b="0" i="0" lang="en-US">
                <a:solidFill>
                  <a:schemeClr val="dk1"/>
                </a:solidFill>
                <a:latin typeface="Arial"/>
                <a:ea typeface="Arial"/>
                <a:cs typeface="Arial"/>
                <a:sym typeface="Arial"/>
              </a:rPr>
              <a:t>What is your name? (Meaning: Can you tell me the name you go by?)</a:t>
            </a:r>
            <a:endParaRPr>
              <a:solidFill>
                <a:schemeClr val="dk1"/>
              </a:solidFill>
            </a:endParaRPr>
          </a:p>
          <a:p>
            <a:pPr indent="-329025" lvl="0" marL="342900" rtl="0" algn="l">
              <a:lnSpc>
                <a:spcPct val="110000"/>
              </a:lnSpc>
              <a:spcBef>
                <a:spcPts val="956"/>
              </a:spcBef>
              <a:spcAft>
                <a:spcPts val="0"/>
              </a:spcAft>
              <a:buClr>
                <a:schemeClr val="dk1"/>
              </a:buClr>
              <a:buSzPts val="1610"/>
              <a:buFont typeface="Sorts Mill Goudy"/>
              <a:buAutoNum type="arabicPeriod"/>
            </a:pPr>
            <a:r>
              <a:rPr b="0" i="0" lang="en-US">
                <a:solidFill>
                  <a:schemeClr val="dk1"/>
                </a:solidFill>
                <a:latin typeface="Arial"/>
                <a:ea typeface="Arial"/>
                <a:cs typeface="Arial"/>
                <a:sym typeface="Arial"/>
              </a:rPr>
              <a:t>What is this? (Meaning: Can you identify this thing?)</a:t>
            </a:r>
            <a:endParaRPr>
              <a:solidFill>
                <a:schemeClr val="dk1"/>
              </a:solidFill>
            </a:endParaRPr>
          </a:p>
          <a:p>
            <a:pPr indent="-329025" lvl="0" marL="342900" rtl="0" algn="l">
              <a:lnSpc>
                <a:spcPct val="110000"/>
              </a:lnSpc>
              <a:spcBef>
                <a:spcPts val="956"/>
              </a:spcBef>
              <a:spcAft>
                <a:spcPts val="0"/>
              </a:spcAft>
              <a:buClr>
                <a:schemeClr val="dk1"/>
              </a:buClr>
              <a:buSzPts val="1610"/>
              <a:buFont typeface="Sorts Mill Goudy"/>
              <a:buAutoNum type="arabicPeriod"/>
            </a:pPr>
            <a:r>
              <a:rPr b="0" i="0" lang="en-US">
                <a:solidFill>
                  <a:schemeClr val="dk1"/>
                </a:solidFill>
                <a:latin typeface="Arial"/>
                <a:ea typeface="Arial"/>
                <a:cs typeface="Arial"/>
                <a:sym typeface="Arial"/>
              </a:rPr>
              <a:t>What are you doing? (Meaning: Can you tell me what activity you're engaged in?)</a:t>
            </a:r>
            <a:endParaRPr>
              <a:solidFill>
                <a:schemeClr val="dk1"/>
              </a:solidFill>
            </a:endParaRPr>
          </a:p>
          <a:p>
            <a:pPr indent="-226790" lvl="0" marL="342900" rtl="0" algn="l">
              <a:lnSpc>
                <a:spcPct val="110000"/>
              </a:lnSpc>
              <a:spcBef>
                <a:spcPts val="956"/>
              </a:spcBef>
              <a:spcAft>
                <a:spcPts val="0"/>
              </a:spcAft>
              <a:buSzPts val="1610"/>
              <a:buNone/>
            </a:pPr>
            <a:r>
              <a:t/>
            </a:r>
            <a:endParaRPr>
              <a:solidFill>
                <a:schemeClr val="dk1"/>
              </a:solidFill>
            </a:endParaRPr>
          </a:p>
        </p:txBody>
      </p:sp>
      <p:pic>
        <p:nvPicPr>
          <p:cNvPr id="150" name="Google Shape;150;g298065ea00b_0_6"/>
          <p:cNvPicPr preferRelativeResize="0"/>
          <p:nvPr/>
        </p:nvPicPr>
        <p:blipFill rotWithShape="1">
          <a:blip r:embed="rId3">
            <a:alphaModFix/>
          </a:blip>
          <a:srcRect b="0" l="0" r="0" t="0"/>
          <a:stretch/>
        </p:blipFill>
        <p:spPr>
          <a:xfrm>
            <a:off x="11233928" y="0"/>
            <a:ext cx="958052" cy="431838"/>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g298065ea00b_0_12"/>
          <p:cNvSpPr txBox="1"/>
          <p:nvPr>
            <p:ph type="title"/>
          </p:nvPr>
        </p:nvSpPr>
        <p:spPr>
          <a:xfrm>
            <a:off x="581192" y="702156"/>
            <a:ext cx="11029500" cy="1188600"/>
          </a:xfrm>
          <a:prstGeom prst="rect">
            <a:avLst/>
          </a:prstGeom>
          <a:noFill/>
          <a:ln>
            <a:noFill/>
          </a:ln>
          <a:effectLst>
            <a:outerShdw blurRad="25400">
              <a:srgbClr val="000000">
                <a:alpha val="45880"/>
              </a:srgbClr>
            </a:outerShdw>
          </a:effectLst>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4600"/>
              <a:buFont typeface="Arial"/>
              <a:buNone/>
            </a:pPr>
            <a:r>
              <a:rPr b="1" i="0" lang="en-US">
                <a:solidFill>
                  <a:schemeClr val="dk1"/>
                </a:solidFill>
                <a:latin typeface="Arial"/>
                <a:ea typeface="Arial"/>
                <a:cs typeface="Arial"/>
                <a:sym typeface="Arial"/>
              </a:rPr>
              <a:t>2. Where questions:</a:t>
            </a:r>
            <a:br>
              <a:rPr b="0" i="0" lang="en-US">
                <a:solidFill>
                  <a:schemeClr val="dk1"/>
                </a:solidFill>
                <a:latin typeface="Arial"/>
                <a:ea typeface="Arial"/>
                <a:cs typeface="Arial"/>
                <a:sym typeface="Arial"/>
              </a:rPr>
            </a:br>
            <a:endParaRPr>
              <a:solidFill>
                <a:schemeClr val="dk1"/>
              </a:solidFill>
            </a:endParaRPr>
          </a:p>
        </p:txBody>
      </p:sp>
      <p:sp>
        <p:nvSpPr>
          <p:cNvPr id="156" name="Google Shape;156;g298065ea00b_0_12"/>
          <p:cNvSpPr txBox="1"/>
          <p:nvPr>
            <p:ph idx="1" type="body"/>
          </p:nvPr>
        </p:nvSpPr>
        <p:spPr>
          <a:xfrm>
            <a:off x="581192" y="2340864"/>
            <a:ext cx="11029500" cy="3634500"/>
          </a:xfrm>
          <a:prstGeom prst="rect">
            <a:avLst/>
          </a:prstGeom>
          <a:noFill/>
          <a:ln>
            <a:noFill/>
          </a:ln>
          <a:effectLst>
            <a:outerShdw blurRad="25400">
              <a:srgbClr val="000000">
                <a:alpha val="45880"/>
              </a:srgbClr>
            </a:outerShdw>
          </a:effectLst>
        </p:spPr>
        <p:txBody>
          <a:bodyPr anchorCtr="0" anchor="t" bIns="45700" lIns="91425" spcFirstLastPara="1" rIns="91425" wrap="square" tIns="45700">
            <a:normAutofit lnSpcReduction="20000"/>
          </a:bodyPr>
          <a:lstStyle/>
          <a:p>
            <a:pPr indent="-329025" lvl="0" marL="342900" rtl="0" algn="l">
              <a:lnSpc>
                <a:spcPct val="110000"/>
              </a:lnSpc>
              <a:spcBef>
                <a:spcPts val="0"/>
              </a:spcBef>
              <a:spcAft>
                <a:spcPts val="0"/>
              </a:spcAft>
              <a:buClr>
                <a:schemeClr val="dk1"/>
              </a:buClr>
              <a:buSzPts val="1610"/>
              <a:buChar char="◼"/>
            </a:pPr>
            <a:r>
              <a:rPr b="1" i="0" lang="en-US">
                <a:solidFill>
                  <a:schemeClr val="dk1"/>
                </a:solidFill>
                <a:latin typeface="Arial"/>
                <a:ea typeface="Arial"/>
                <a:cs typeface="Arial"/>
                <a:sym typeface="Arial"/>
              </a:rPr>
              <a:t>Meaning:</a:t>
            </a:r>
            <a:r>
              <a:rPr b="0" i="0" lang="en-US">
                <a:solidFill>
                  <a:schemeClr val="dk1"/>
                </a:solidFill>
                <a:latin typeface="Arial"/>
                <a:ea typeface="Arial"/>
                <a:cs typeface="Arial"/>
                <a:sym typeface="Arial"/>
              </a:rPr>
              <a:t> These questions inquire about the location of people, places, or objects.</a:t>
            </a:r>
            <a:endParaRPr>
              <a:solidFill>
                <a:schemeClr val="dk1"/>
              </a:solidFill>
            </a:endParaRPr>
          </a:p>
          <a:p>
            <a:pPr indent="-329025" lvl="0" marL="342900" rtl="0" algn="l">
              <a:lnSpc>
                <a:spcPct val="110000"/>
              </a:lnSpc>
              <a:spcBef>
                <a:spcPts val="956"/>
              </a:spcBef>
              <a:spcAft>
                <a:spcPts val="0"/>
              </a:spcAft>
              <a:buClr>
                <a:schemeClr val="dk1"/>
              </a:buClr>
              <a:buSzPts val="1610"/>
              <a:buChar char="◼"/>
            </a:pPr>
            <a:r>
              <a:rPr b="1" i="0" lang="en-US">
                <a:solidFill>
                  <a:schemeClr val="dk1"/>
                </a:solidFill>
                <a:latin typeface="Arial"/>
                <a:ea typeface="Arial"/>
                <a:cs typeface="Arial"/>
                <a:sym typeface="Arial"/>
              </a:rPr>
              <a:t>Examples:</a:t>
            </a:r>
            <a:endParaRPr b="0" i="0">
              <a:solidFill>
                <a:schemeClr val="dk1"/>
              </a:solidFill>
              <a:latin typeface="Arial"/>
              <a:ea typeface="Arial"/>
              <a:cs typeface="Arial"/>
              <a:sym typeface="Arial"/>
            </a:endParaRPr>
          </a:p>
          <a:p>
            <a:pPr indent="-329025" lvl="0" marL="342900" rtl="0" algn="l">
              <a:lnSpc>
                <a:spcPct val="110000"/>
              </a:lnSpc>
              <a:spcBef>
                <a:spcPts val="956"/>
              </a:spcBef>
              <a:spcAft>
                <a:spcPts val="0"/>
              </a:spcAft>
              <a:buClr>
                <a:schemeClr val="dk1"/>
              </a:buClr>
              <a:buSzPts val="1610"/>
              <a:buFont typeface="Sorts Mill Goudy"/>
              <a:buAutoNum type="arabicPeriod"/>
            </a:pPr>
            <a:r>
              <a:rPr b="0" i="0" lang="en-US">
                <a:solidFill>
                  <a:schemeClr val="dk1"/>
                </a:solidFill>
                <a:latin typeface="Arial"/>
                <a:ea typeface="Arial"/>
                <a:cs typeface="Arial"/>
                <a:sym typeface="Arial"/>
              </a:rPr>
              <a:t>Where do you live?</a:t>
            </a:r>
            <a:endParaRPr>
              <a:solidFill>
                <a:schemeClr val="dk1"/>
              </a:solidFill>
            </a:endParaRPr>
          </a:p>
          <a:p>
            <a:pPr indent="-329025" lvl="0" marL="342900" rtl="0" algn="l">
              <a:lnSpc>
                <a:spcPct val="110000"/>
              </a:lnSpc>
              <a:spcBef>
                <a:spcPts val="956"/>
              </a:spcBef>
              <a:spcAft>
                <a:spcPts val="0"/>
              </a:spcAft>
              <a:buClr>
                <a:schemeClr val="dk1"/>
              </a:buClr>
              <a:buSzPts val="1610"/>
              <a:buFont typeface="Sorts Mill Goudy"/>
              <a:buAutoNum type="arabicPeriod"/>
            </a:pPr>
            <a:r>
              <a:rPr b="0" i="0" lang="en-US">
                <a:solidFill>
                  <a:schemeClr val="dk1"/>
                </a:solidFill>
                <a:latin typeface="Arial"/>
                <a:ea typeface="Arial"/>
                <a:cs typeface="Arial"/>
                <a:sym typeface="Arial"/>
              </a:rPr>
              <a:t>Where is the library?</a:t>
            </a:r>
            <a:endParaRPr>
              <a:solidFill>
                <a:schemeClr val="dk1"/>
              </a:solidFill>
            </a:endParaRPr>
          </a:p>
          <a:p>
            <a:pPr indent="-329025" lvl="0" marL="342900" rtl="0" algn="l">
              <a:lnSpc>
                <a:spcPct val="110000"/>
              </a:lnSpc>
              <a:spcBef>
                <a:spcPts val="956"/>
              </a:spcBef>
              <a:spcAft>
                <a:spcPts val="0"/>
              </a:spcAft>
              <a:buClr>
                <a:schemeClr val="dk1"/>
              </a:buClr>
              <a:buSzPts val="1610"/>
              <a:buFont typeface="Sorts Mill Goudy"/>
              <a:buAutoNum type="arabicPeriod"/>
            </a:pPr>
            <a:r>
              <a:rPr b="0" i="0" lang="en-US">
                <a:solidFill>
                  <a:schemeClr val="dk1"/>
                </a:solidFill>
                <a:latin typeface="Arial"/>
                <a:ea typeface="Arial"/>
                <a:cs typeface="Arial"/>
                <a:sym typeface="Arial"/>
              </a:rPr>
              <a:t>Where is my book?</a:t>
            </a:r>
            <a:endParaRPr>
              <a:solidFill>
                <a:schemeClr val="dk1"/>
              </a:solidFill>
            </a:endParaRPr>
          </a:p>
          <a:p>
            <a:pPr indent="-329025" lvl="0" marL="342900" rtl="0" algn="l">
              <a:lnSpc>
                <a:spcPct val="110000"/>
              </a:lnSpc>
              <a:spcBef>
                <a:spcPts val="956"/>
              </a:spcBef>
              <a:spcAft>
                <a:spcPts val="0"/>
              </a:spcAft>
              <a:buClr>
                <a:schemeClr val="dk1"/>
              </a:buClr>
              <a:buSzPts val="1610"/>
              <a:buChar char="◼"/>
            </a:pPr>
            <a:r>
              <a:rPr b="1" i="0" lang="en-US">
                <a:solidFill>
                  <a:schemeClr val="dk1"/>
                </a:solidFill>
                <a:latin typeface="Arial"/>
                <a:ea typeface="Arial"/>
                <a:cs typeface="Arial"/>
                <a:sym typeface="Arial"/>
              </a:rPr>
              <a:t>Sentences:</a:t>
            </a:r>
            <a:endParaRPr b="0" i="0">
              <a:solidFill>
                <a:schemeClr val="dk1"/>
              </a:solidFill>
              <a:latin typeface="Arial"/>
              <a:ea typeface="Arial"/>
              <a:cs typeface="Arial"/>
              <a:sym typeface="Arial"/>
            </a:endParaRPr>
          </a:p>
          <a:p>
            <a:pPr indent="-329025" lvl="0" marL="342900" rtl="0" algn="l">
              <a:lnSpc>
                <a:spcPct val="110000"/>
              </a:lnSpc>
              <a:spcBef>
                <a:spcPts val="956"/>
              </a:spcBef>
              <a:spcAft>
                <a:spcPts val="0"/>
              </a:spcAft>
              <a:buClr>
                <a:schemeClr val="dk1"/>
              </a:buClr>
              <a:buSzPts val="1610"/>
              <a:buFont typeface="Sorts Mill Goudy"/>
              <a:buAutoNum type="arabicPeriod"/>
            </a:pPr>
            <a:r>
              <a:rPr b="0" i="0" lang="en-US">
                <a:solidFill>
                  <a:schemeClr val="dk1"/>
                </a:solidFill>
                <a:latin typeface="Arial"/>
                <a:ea typeface="Arial"/>
                <a:cs typeface="Arial"/>
                <a:sym typeface="Arial"/>
              </a:rPr>
              <a:t>Where do you live? (Meaning: Can you tell me the place where you reside?)</a:t>
            </a:r>
            <a:endParaRPr>
              <a:solidFill>
                <a:schemeClr val="dk1"/>
              </a:solidFill>
            </a:endParaRPr>
          </a:p>
          <a:p>
            <a:pPr indent="-329025" lvl="0" marL="342900" rtl="0" algn="l">
              <a:lnSpc>
                <a:spcPct val="110000"/>
              </a:lnSpc>
              <a:spcBef>
                <a:spcPts val="956"/>
              </a:spcBef>
              <a:spcAft>
                <a:spcPts val="0"/>
              </a:spcAft>
              <a:buClr>
                <a:schemeClr val="dk1"/>
              </a:buClr>
              <a:buSzPts val="1610"/>
              <a:buFont typeface="Sorts Mill Goudy"/>
              <a:buAutoNum type="arabicPeriod"/>
            </a:pPr>
            <a:r>
              <a:rPr b="0" i="0" lang="en-US">
                <a:solidFill>
                  <a:schemeClr val="dk1"/>
                </a:solidFill>
                <a:latin typeface="Arial"/>
                <a:ea typeface="Arial"/>
                <a:cs typeface="Arial"/>
                <a:sym typeface="Arial"/>
              </a:rPr>
              <a:t>Where is the library? (Meaning: Can you guide me to the location of the library?)</a:t>
            </a:r>
            <a:endParaRPr>
              <a:solidFill>
                <a:schemeClr val="dk1"/>
              </a:solidFill>
            </a:endParaRPr>
          </a:p>
          <a:p>
            <a:pPr indent="-329025" lvl="0" marL="342900" rtl="0" algn="l">
              <a:lnSpc>
                <a:spcPct val="110000"/>
              </a:lnSpc>
              <a:spcBef>
                <a:spcPts val="956"/>
              </a:spcBef>
              <a:spcAft>
                <a:spcPts val="0"/>
              </a:spcAft>
              <a:buClr>
                <a:schemeClr val="dk1"/>
              </a:buClr>
              <a:buSzPts val="1610"/>
              <a:buFont typeface="Sorts Mill Goudy"/>
              <a:buAutoNum type="arabicPeriod"/>
            </a:pPr>
            <a:r>
              <a:rPr b="0" i="0" lang="en-US">
                <a:solidFill>
                  <a:schemeClr val="dk1"/>
                </a:solidFill>
                <a:latin typeface="Arial"/>
                <a:ea typeface="Arial"/>
                <a:cs typeface="Arial"/>
                <a:sym typeface="Arial"/>
              </a:rPr>
              <a:t>Where is my book? (Meaning: Can you help me find my book?)</a:t>
            </a:r>
            <a:endParaRPr>
              <a:solidFill>
                <a:schemeClr val="dk1"/>
              </a:solidFill>
            </a:endParaRPr>
          </a:p>
          <a:p>
            <a:pPr indent="-226790" lvl="0" marL="342900" rtl="0" algn="l">
              <a:lnSpc>
                <a:spcPct val="110000"/>
              </a:lnSpc>
              <a:spcBef>
                <a:spcPts val="956"/>
              </a:spcBef>
              <a:spcAft>
                <a:spcPts val="0"/>
              </a:spcAft>
              <a:buSzPts val="1610"/>
              <a:buNone/>
            </a:pPr>
            <a:r>
              <a:t/>
            </a:r>
            <a:endParaRPr>
              <a:solidFill>
                <a:schemeClr val="dk1"/>
              </a:solidFill>
            </a:endParaRPr>
          </a:p>
        </p:txBody>
      </p:sp>
      <p:pic>
        <p:nvPicPr>
          <p:cNvPr id="157" name="Google Shape;157;g298065ea00b_0_12"/>
          <p:cNvPicPr preferRelativeResize="0"/>
          <p:nvPr/>
        </p:nvPicPr>
        <p:blipFill rotWithShape="1">
          <a:blip r:embed="rId3">
            <a:alphaModFix/>
          </a:blip>
          <a:srcRect b="0" l="0" r="0" t="0"/>
          <a:stretch/>
        </p:blipFill>
        <p:spPr>
          <a:xfrm>
            <a:off x="11233928" y="0"/>
            <a:ext cx="958052" cy="431838"/>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g298065ea00b_0_18"/>
          <p:cNvSpPr txBox="1"/>
          <p:nvPr>
            <p:ph type="title"/>
          </p:nvPr>
        </p:nvSpPr>
        <p:spPr>
          <a:xfrm>
            <a:off x="581192" y="702156"/>
            <a:ext cx="11029500" cy="1188600"/>
          </a:xfrm>
          <a:prstGeom prst="rect">
            <a:avLst/>
          </a:prstGeom>
          <a:noFill/>
          <a:ln>
            <a:noFill/>
          </a:ln>
          <a:effectLst>
            <a:outerShdw blurRad="25400">
              <a:srgbClr val="000000">
                <a:alpha val="45880"/>
              </a:srgbClr>
            </a:outerShdw>
          </a:effectLst>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4600"/>
              <a:buFont typeface="Arial"/>
              <a:buNone/>
            </a:pPr>
            <a:r>
              <a:rPr b="1" i="0" lang="en-US">
                <a:solidFill>
                  <a:schemeClr val="dk1"/>
                </a:solidFill>
                <a:latin typeface="Arial"/>
                <a:ea typeface="Arial"/>
                <a:cs typeface="Arial"/>
                <a:sym typeface="Arial"/>
              </a:rPr>
              <a:t>3. When questions:</a:t>
            </a:r>
            <a:br>
              <a:rPr b="0" i="0" lang="en-US">
                <a:solidFill>
                  <a:schemeClr val="dk1"/>
                </a:solidFill>
                <a:latin typeface="Arial"/>
                <a:ea typeface="Arial"/>
                <a:cs typeface="Arial"/>
                <a:sym typeface="Arial"/>
              </a:rPr>
            </a:br>
            <a:endParaRPr>
              <a:solidFill>
                <a:schemeClr val="dk1"/>
              </a:solidFill>
            </a:endParaRPr>
          </a:p>
        </p:txBody>
      </p:sp>
      <p:sp>
        <p:nvSpPr>
          <p:cNvPr id="163" name="Google Shape;163;g298065ea00b_0_18"/>
          <p:cNvSpPr txBox="1"/>
          <p:nvPr>
            <p:ph idx="1" type="body"/>
          </p:nvPr>
        </p:nvSpPr>
        <p:spPr>
          <a:xfrm>
            <a:off x="581192" y="2340864"/>
            <a:ext cx="11029500" cy="3634500"/>
          </a:xfrm>
          <a:prstGeom prst="rect">
            <a:avLst/>
          </a:prstGeom>
          <a:noFill/>
          <a:ln>
            <a:noFill/>
          </a:ln>
          <a:effectLst>
            <a:outerShdw blurRad="25400">
              <a:srgbClr val="000000">
                <a:alpha val="45880"/>
              </a:srgbClr>
            </a:outerShdw>
          </a:effectLst>
        </p:spPr>
        <p:txBody>
          <a:bodyPr anchorCtr="0" anchor="t" bIns="45700" lIns="91425" spcFirstLastPara="1" rIns="91425" wrap="square" tIns="45700">
            <a:normAutofit lnSpcReduction="20000"/>
          </a:bodyPr>
          <a:lstStyle/>
          <a:p>
            <a:pPr indent="-329025" lvl="0" marL="342900" rtl="0" algn="l">
              <a:lnSpc>
                <a:spcPct val="110000"/>
              </a:lnSpc>
              <a:spcBef>
                <a:spcPts val="0"/>
              </a:spcBef>
              <a:spcAft>
                <a:spcPts val="0"/>
              </a:spcAft>
              <a:buClr>
                <a:schemeClr val="dk1"/>
              </a:buClr>
              <a:buSzPts val="1610"/>
              <a:buChar char="◼"/>
            </a:pPr>
            <a:r>
              <a:rPr b="1" i="0" lang="en-US">
                <a:solidFill>
                  <a:schemeClr val="dk1"/>
                </a:solidFill>
                <a:latin typeface="Arial"/>
                <a:ea typeface="Arial"/>
                <a:cs typeface="Arial"/>
                <a:sym typeface="Arial"/>
              </a:rPr>
              <a:t>Meaning:</a:t>
            </a:r>
            <a:r>
              <a:rPr b="0" i="0" lang="en-US">
                <a:solidFill>
                  <a:schemeClr val="dk1"/>
                </a:solidFill>
                <a:latin typeface="Arial"/>
                <a:ea typeface="Arial"/>
                <a:cs typeface="Arial"/>
                <a:sym typeface="Arial"/>
              </a:rPr>
              <a:t> These questions ask about specific points in time.</a:t>
            </a:r>
            <a:endParaRPr>
              <a:solidFill>
                <a:schemeClr val="dk1"/>
              </a:solidFill>
            </a:endParaRPr>
          </a:p>
          <a:p>
            <a:pPr indent="-329025" lvl="0" marL="342900" rtl="0" algn="l">
              <a:lnSpc>
                <a:spcPct val="110000"/>
              </a:lnSpc>
              <a:spcBef>
                <a:spcPts val="956"/>
              </a:spcBef>
              <a:spcAft>
                <a:spcPts val="0"/>
              </a:spcAft>
              <a:buClr>
                <a:schemeClr val="dk1"/>
              </a:buClr>
              <a:buSzPts val="1610"/>
              <a:buChar char="◼"/>
            </a:pPr>
            <a:r>
              <a:rPr b="1" i="0" lang="en-US">
                <a:solidFill>
                  <a:schemeClr val="dk1"/>
                </a:solidFill>
                <a:latin typeface="Arial"/>
                <a:ea typeface="Arial"/>
                <a:cs typeface="Arial"/>
                <a:sym typeface="Arial"/>
              </a:rPr>
              <a:t>Examples:</a:t>
            </a:r>
            <a:endParaRPr b="0" i="0">
              <a:solidFill>
                <a:schemeClr val="dk1"/>
              </a:solidFill>
              <a:latin typeface="Arial"/>
              <a:ea typeface="Arial"/>
              <a:cs typeface="Arial"/>
              <a:sym typeface="Arial"/>
            </a:endParaRPr>
          </a:p>
          <a:p>
            <a:pPr indent="-329025" lvl="0" marL="342900" rtl="0" algn="l">
              <a:lnSpc>
                <a:spcPct val="110000"/>
              </a:lnSpc>
              <a:spcBef>
                <a:spcPts val="956"/>
              </a:spcBef>
              <a:spcAft>
                <a:spcPts val="0"/>
              </a:spcAft>
              <a:buClr>
                <a:schemeClr val="dk1"/>
              </a:buClr>
              <a:buSzPts val="1610"/>
              <a:buFont typeface="Sorts Mill Goudy"/>
              <a:buAutoNum type="arabicPeriod"/>
            </a:pPr>
            <a:r>
              <a:rPr b="0" i="0" lang="en-US">
                <a:solidFill>
                  <a:schemeClr val="dk1"/>
                </a:solidFill>
                <a:latin typeface="Arial"/>
                <a:ea typeface="Arial"/>
                <a:cs typeface="Arial"/>
                <a:sym typeface="Arial"/>
              </a:rPr>
              <a:t>When is your birthday?</a:t>
            </a:r>
            <a:endParaRPr>
              <a:solidFill>
                <a:schemeClr val="dk1"/>
              </a:solidFill>
            </a:endParaRPr>
          </a:p>
          <a:p>
            <a:pPr indent="-329025" lvl="0" marL="342900" rtl="0" algn="l">
              <a:lnSpc>
                <a:spcPct val="110000"/>
              </a:lnSpc>
              <a:spcBef>
                <a:spcPts val="956"/>
              </a:spcBef>
              <a:spcAft>
                <a:spcPts val="0"/>
              </a:spcAft>
              <a:buClr>
                <a:schemeClr val="dk1"/>
              </a:buClr>
              <a:buSzPts val="1610"/>
              <a:buFont typeface="Sorts Mill Goudy"/>
              <a:buAutoNum type="arabicPeriod"/>
            </a:pPr>
            <a:r>
              <a:rPr b="0" i="0" lang="en-US">
                <a:solidFill>
                  <a:schemeClr val="dk1"/>
                </a:solidFill>
                <a:latin typeface="Arial"/>
                <a:ea typeface="Arial"/>
                <a:cs typeface="Arial"/>
                <a:sym typeface="Arial"/>
              </a:rPr>
              <a:t>When does the train arrive?</a:t>
            </a:r>
            <a:endParaRPr>
              <a:solidFill>
                <a:schemeClr val="dk1"/>
              </a:solidFill>
            </a:endParaRPr>
          </a:p>
          <a:p>
            <a:pPr indent="-329025" lvl="0" marL="342900" rtl="0" algn="l">
              <a:lnSpc>
                <a:spcPct val="110000"/>
              </a:lnSpc>
              <a:spcBef>
                <a:spcPts val="956"/>
              </a:spcBef>
              <a:spcAft>
                <a:spcPts val="0"/>
              </a:spcAft>
              <a:buClr>
                <a:schemeClr val="dk1"/>
              </a:buClr>
              <a:buSzPts val="1610"/>
              <a:buFont typeface="Sorts Mill Goudy"/>
              <a:buAutoNum type="arabicPeriod"/>
            </a:pPr>
            <a:r>
              <a:rPr b="0" i="0" lang="en-US">
                <a:solidFill>
                  <a:schemeClr val="dk1"/>
                </a:solidFill>
                <a:latin typeface="Arial"/>
                <a:ea typeface="Arial"/>
                <a:cs typeface="Arial"/>
                <a:sym typeface="Arial"/>
              </a:rPr>
              <a:t>When do you go to school?</a:t>
            </a:r>
            <a:endParaRPr>
              <a:solidFill>
                <a:schemeClr val="dk1"/>
              </a:solidFill>
            </a:endParaRPr>
          </a:p>
          <a:p>
            <a:pPr indent="-329025" lvl="0" marL="342900" rtl="0" algn="l">
              <a:lnSpc>
                <a:spcPct val="110000"/>
              </a:lnSpc>
              <a:spcBef>
                <a:spcPts val="956"/>
              </a:spcBef>
              <a:spcAft>
                <a:spcPts val="0"/>
              </a:spcAft>
              <a:buClr>
                <a:schemeClr val="dk1"/>
              </a:buClr>
              <a:buSzPts val="1610"/>
              <a:buChar char="◼"/>
            </a:pPr>
            <a:r>
              <a:rPr b="1" i="0" lang="en-US">
                <a:solidFill>
                  <a:schemeClr val="dk1"/>
                </a:solidFill>
                <a:latin typeface="Arial"/>
                <a:ea typeface="Arial"/>
                <a:cs typeface="Arial"/>
                <a:sym typeface="Arial"/>
              </a:rPr>
              <a:t>Sentences:</a:t>
            </a:r>
            <a:endParaRPr b="0" i="0">
              <a:solidFill>
                <a:schemeClr val="dk1"/>
              </a:solidFill>
              <a:latin typeface="Arial"/>
              <a:ea typeface="Arial"/>
              <a:cs typeface="Arial"/>
              <a:sym typeface="Arial"/>
            </a:endParaRPr>
          </a:p>
          <a:p>
            <a:pPr indent="-329025" lvl="0" marL="342900" rtl="0" algn="l">
              <a:lnSpc>
                <a:spcPct val="110000"/>
              </a:lnSpc>
              <a:spcBef>
                <a:spcPts val="956"/>
              </a:spcBef>
              <a:spcAft>
                <a:spcPts val="0"/>
              </a:spcAft>
              <a:buClr>
                <a:schemeClr val="dk1"/>
              </a:buClr>
              <a:buSzPts val="1610"/>
              <a:buFont typeface="Sorts Mill Goudy"/>
              <a:buAutoNum type="arabicPeriod"/>
            </a:pPr>
            <a:r>
              <a:rPr b="0" i="0" lang="en-US">
                <a:solidFill>
                  <a:schemeClr val="dk1"/>
                </a:solidFill>
                <a:latin typeface="Arial"/>
                <a:ea typeface="Arial"/>
                <a:cs typeface="Arial"/>
                <a:sym typeface="Arial"/>
              </a:rPr>
              <a:t>When is your birthday? (Meaning: Can you tell me the date of your birth?)</a:t>
            </a:r>
            <a:endParaRPr>
              <a:solidFill>
                <a:schemeClr val="dk1"/>
              </a:solidFill>
            </a:endParaRPr>
          </a:p>
          <a:p>
            <a:pPr indent="-329025" lvl="0" marL="342900" rtl="0" algn="l">
              <a:lnSpc>
                <a:spcPct val="110000"/>
              </a:lnSpc>
              <a:spcBef>
                <a:spcPts val="956"/>
              </a:spcBef>
              <a:spcAft>
                <a:spcPts val="0"/>
              </a:spcAft>
              <a:buClr>
                <a:schemeClr val="dk1"/>
              </a:buClr>
              <a:buSzPts val="1610"/>
              <a:buFont typeface="Sorts Mill Goudy"/>
              <a:buAutoNum type="arabicPeriod"/>
            </a:pPr>
            <a:r>
              <a:rPr b="0" i="0" lang="en-US">
                <a:solidFill>
                  <a:schemeClr val="dk1"/>
                </a:solidFill>
                <a:latin typeface="Arial"/>
                <a:ea typeface="Arial"/>
                <a:cs typeface="Arial"/>
                <a:sym typeface="Arial"/>
              </a:rPr>
              <a:t>When does the train arrive? (Meaning: Can you inform me about the arrival time of the train?)</a:t>
            </a:r>
            <a:endParaRPr>
              <a:solidFill>
                <a:schemeClr val="dk1"/>
              </a:solidFill>
            </a:endParaRPr>
          </a:p>
          <a:p>
            <a:pPr indent="-329025" lvl="0" marL="342900" rtl="0" algn="l">
              <a:lnSpc>
                <a:spcPct val="110000"/>
              </a:lnSpc>
              <a:spcBef>
                <a:spcPts val="956"/>
              </a:spcBef>
              <a:spcAft>
                <a:spcPts val="0"/>
              </a:spcAft>
              <a:buClr>
                <a:schemeClr val="dk1"/>
              </a:buClr>
              <a:buSzPts val="1610"/>
              <a:buFont typeface="Sorts Mill Goudy"/>
              <a:buAutoNum type="arabicPeriod"/>
            </a:pPr>
            <a:r>
              <a:rPr b="0" i="0" lang="en-US">
                <a:solidFill>
                  <a:schemeClr val="dk1"/>
                </a:solidFill>
                <a:latin typeface="Arial"/>
                <a:ea typeface="Arial"/>
                <a:cs typeface="Arial"/>
                <a:sym typeface="Arial"/>
              </a:rPr>
              <a:t>When do you go to school? (Meaning: Can you let me know the time you go to school?)</a:t>
            </a:r>
            <a:endParaRPr>
              <a:solidFill>
                <a:schemeClr val="dk1"/>
              </a:solidFill>
            </a:endParaRPr>
          </a:p>
          <a:p>
            <a:pPr indent="-226790" lvl="0" marL="342900" rtl="0" algn="l">
              <a:lnSpc>
                <a:spcPct val="110000"/>
              </a:lnSpc>
              <a:spcBef>
                <a:spcPts val="956"/>
              </a:spcBef>
              <a:spcAft>
                <a:spcPts val="0"/>
              </a:spcAft>
              <a:buSzPts val="1610"/>
              <a:buNone/>
            </a:pPr>
            <a:r>
              <a:t/>
            </a:r>
            <a:endParaRPr>
              <a:solidFill>
                <a:schemeClr val="dk1"/>
              </a:solidFill>
            </a:endParaRPr>
          </a:p>
        </p:txBody>
      </p:sp>
      <p:pic>
        <p:nvPicPr>
          <p:cNvPr id="164" name="Google Shape;164;g298065ea00b_0_18"/>
          <p:cNvPicPr preferRelativeResize="0"/>
          <p:nvPr/>
        </p:nvPicPr>
        <p:blipFill rotWithShape="1">
          <a:blip r:embed="rId3">
            <a:alphaModFix/>
          </a:blip>
          <a:srcRect b="0" l="0" r="0" t="0"/>
          <a:stretch/>
        </p:blipFill>
        <p:spPr>
          <a:xfrm>
            <a:off x="11233928" y="0"/>
            <a:ext cx="958052" cy="431838"/>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g298065ea00b_0_24"/>
          <p:cNvSpPr txBox="1"/>
          <p:nvPr>
            <p:ph type="title"/>
          </p:nvPr>
        </p:nvSpPr>
        <p:spPr>
          <a:xfrm>
            <a:off x="581192" y="702156"/>
            <a:ext cx="11029500" cy="1188600"/>
          </a:xfrm>
          <a:prstGeom prst="rect">
            <a:avLst/>
          </a:prstGeom>
          <a:noFill/>
          <a:ln>
            <a:noFill/>
          </a:ln>
          <a:effectLst>
            <a:outerShdw blurRad="25400">
              <a:srgbClr val="000000">
                <a:alpha val="45880"/>
              </a:srgbClr>
            </a:outerShdw>
          </a:effectLst>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4600"/>
              <a:buFont typeface="Arial"/>
              <a:buNone/>
            </a:pPr>
            <a:r>
              <a:rPr b="1" i="0" lang="en-US">
                <a:solidFill>
                  <a:schemeClr val="dk1"/>
                </a:solidFill>
                <a:latin typeface="Arial"/>
                <a:ea typeface="Arial"/>
                <a:cs typeface="Arial"/>
                <a:sym typeface="Arial"/>
              </a:rPr>
              <a:t>4. Who questions:</a:t>
            </a:r>
            <a:endParaRPr>
              <a:solidFill>
                <a:schemeClr val="dk1"/>
              </a:solidFill>
            </a:endParaRPr>
          </a:p>
        </p:txBody>
      </p:sp>
      <p:sp>
        <p:nvSpPr>
          <p:cNvPr id="170" name="Google Shape;170;g298065ea00b_0_24"/>
          <p:cNvSpPr txBox="1"/>
          <p:nvPr>
            <p:ph idx="1" type="body"/>
          </p:nvPr>
        </p:nvSpPr>
        <p:spPr>
          <a:xfrm>
            <a:off x="581192" y="2340864"/>
            <a:ext cx="11029500" cy="3634500"/>
          </a:xfrm>
          <a:prstGeom prst="rect">
            <a:avLst/>
          </a:prstGeom>
          <a:noFill/>
          <a:ln>
            <a:noFill/>
          </a:ln>
          <a:effectLst>
            <a:outerShdw blurRad="25400">
              <a:srgbClr val="000000">
                <a:alpha val="45880"/>
              </a:srgbClr>
            </a:outerShdw>
          </a:effectLst>
        </p:spPr>
        <p:txBody>
          <a:bodyPr anchorCtr="0" anchor="t" bIns="45700" lIns="91425" spcFirstLastPara="1" rIns="91425" wrap="square" tIns="45700">
            <a:normAutofit lnSpcReduction="20000"/>
          </a:bodyPr>
          <a:lstStyle/>
          <a:p>
            <a:pPr indent="-329025" lvl="0" marL="342900" rtl="0" algn="l">
              <a:lnSpc>
                <a:spcPct val="110000"/>
              </a:lnSpc>
              <a:spcBef>
                <a:spcPts val="0"/>
              </a:spcBef>
              <a:spcAft>
                <a:spcPts val="0"/>
              </a:spcAft>
              <a:buClr>
                <a:schemeClr val="dk1"/>
              </a:buClr>
              <a:buSzPts val="1610"/>
              <a:buChar char="◼"/>
            </a:pPr>
            <a:r>
              <a:rPr b="1" i="0" lang="en-US">
                <a:solidFill>
                  <a:schemeClr val="dk1"/>
                </a:solidFill>
                <a:latin typeface="Arial"/>
                <a:ea typeface="Arial"/>
                <a:cs typeface="Arial"/>
                <a:sym typeface="Arial"/>
              </a:rPr>
              <a:t>Meaning:</a:t>
            </a:r>
            <a:r>
              <a:rPr b="0" i="0" lang="en-US">
                <a:solidFill>
                  <a:schemeClr val="dk1"/>
                </a:solidFill>
                <a:latin typeface="Arial"/>
                <a:ea typeface="Arial"/>
                <a:cs typeface="Arial"/>
                <a:sym typeface="Arial"/>
              </a:rPr>
              <a:t> These questions inquire about people or identities.</a:t>
            </a:r>
            <a:endParaRPr>
              <a:solidFill>
                <a:schemeClr val="dk1"/>
              </a:solidFill>
            </a:endParaRPr>
          </a:p>
          <a:p>
            <a:pPr indent="-329025" lvl="0" marL="342900" rtl="0" algn="l">
              <a:lnSpc>
                <a:spcPct val="110000"/>
              </a:lnSpc>
              <a:spcBef>
                <a:spcPts val="956"/>
              </a:spcBef>
              <a:spcAft>
                <a:spcPts val="0"/>
              </a:spcAft>
              <a:buClr>
                <a:schemeClr val="dk1"/>
              </a:buClr>
              <a:buSzPts val="1610"/>
              <a:buChar char="◼"/>
            </a:pPr>
            <a:r>
              <a:rPr b="1" i="0" lang="en-US">
                <a:solidFill>
                  <a:schemeClr val="dk1"/>
                </a:solidFill>
                <a:latin typeface="Arial"/>
                <a:ea typeface="Arial"/>
                <a:cs typeface="Arial"/>
                <a:sym typeface="Arial"/>
              </a:rPr>
              <a:t>Examples:</a:t>
            </a:r>
            <a:endParaRPr b="0" i="0">
              <a:solidFill>
                <a:schemeClr val="dk1"/>
              </a:solidFill>
              <a:latin typeface="Arial"/>
              <a:ea typeface="Arial"/>
              <a:cs typeface="Arial"/>
              <a:sym typeface="Arial"/>
            </a:endParaRPr>
          </a:p>
          <a:p>
            <a:pPr indent="-329025" lvl="0" marL="342900" rtl="0" algn="l">
              <a:lnSpc>
                <a:spcPct val="110000"/>
              </a:lnSpc>
              <a:spcBef>
                <a:spcPts val="956"/>
              </a:spcBef>
              <a:spcAft>
                <a:spcPts val="0"/>
              </a:spcAft>
              <a:buClr>
                <a:schemeClr val="dk1"/>
              </a:buClr>
              <a:buSzPts val="1610"/>
              <a:buFont typeface="Sorts Mill Goudy"/>
              <a:buAutoNum type="arabicPeriod"/>
            </a:pPr>
            <a:r>
              <a:rPr b="0" i="0" lang="en-US">
                <a:solidFill>
                  <a:schemeClr val="dk1"/>
                </a:solidFill>
                <a:latin typeface="Arial"/>
                <a:ea typeface="Arial"/>
                <a:cs typeface="Arial"/>
                <a:sym typeface="Arial"/>
              </a:rPr>
              <a:t>Who is your teacher?</a:t>
            </a:r>
            <a:endParaRPr>
              <a:solidFill>
                <a:schemeClr val="dk1"/>
              </a:solidFill>
            </a:endParaRPr>
          </a:p>
          <a:p>
            <a:pPr indent="-329025" lvl="0" marL="342900" rtl="0" algn="l">
              <a:lnSpc>
                <a:spcPct val="110000"/>
              </a:lnSpc>
              <a:spcBef>
                <a:spcPts val="956"/>
              </a:spcBef>
              <a:spcAft>
                <a:spcPts val="0"/>
              </a:spcAft>
              <a:buClr>
                <a:schemeClr val="dk1"/>
              </a:buClr>
              <a:buSzPts val="1610"/>
              <a:buFont typeface="Sorts Mill Goudy"/>
              <a:buAutoNum type="arabicPeriod"/>
            </a:pPr>
            <a:r>
              <a:rPr b="0" i="0" lang="en-US">
                <a:solidFill>
                  <a:schemeClr val="dk1"/>
                </a:solidFill>
                <a:latin typeface="Arial"/>
                <a:ea typeface="Arial"/>
                <a:cs typeface="Arial"/>
                <a:sym typeface="Arial"/>
              </a:rPr>
              <a:t>Who is that person?</a:t>
            </a:r>
            <a:endParaRPr>
              <a:solidFill>
                <a:schemeClr val="dk1"/>
              </a:solidFill>
            </a:endParaRPr>
          </a:p>
          <a:p>
            <a:pPr indent="-329025" lvl="0" marL="342900" rtl="0" algn="l">
              <a:lnSpc>
                <a:spcPct val="110000"/>
              </a:lnSpc>
              <a:spcBef>
                <a:spcPts val="956"/>
              </a:spcBef>
              <a:spcAft>
                <a:spcPts val="0"/>
              </a:spcAft>
              <a:buClr>
                <a:schemeClr val="dk1"/>
              </a:buClr>
              <a:buSzPts val="1610"/>
              <a:buFont typeface="Sorts Mill Goudy"/>
              <a:buAutoNum type="arabicPeriod"/>
            </a:pPr>
            <a:r>
              <a:rPr b="0" i="0" lang="en-US">
                <a:solidFill>
                  <a:schemeClr val="dk1"/>
                </a:solidFill>
                <a:latin typeface="Arial"/>
                <a:ea typeface="Arial"/>
                <a:cs typeface="Arial"/>
                <a:sym typeface="Arial"/>
              </a:rPr>
              <a:t>Who are your friends?</a:t>
            </a:r>
            <a:endParaRPr>
              <a:solidFill>
                <a:schemeClr val="dk1"/>
              </a:solidFill>
            </a:endParaRPr>
          </a:p>
          <a:p>
            <a:pPr indent="-329025" lvl="0" marL="342900" rtl="0" algn="l">
              <a:lnSpc>
                <a:spcPct val="110000"/>
              </a:lnSpc>
              <a:spcBef>
                <a:spcPts val="956"/>
              </a:spcBef>
              <a:spcAft>
                <a:spcPts val="0"/>
              </a:spcAft>
              <a:buClr>
                <a:schemeClr val="dk1"/>
              </a:buClr>
              <a:buSzPts val="1610"/>
              <a:buChar char="◼"/>
            </a:pPr>
            <a:r>
              <a:rPr b="1" i="0" lang="en-US">
                <a:solidFill>
                  <a:schemeClr val="dk1"/>
                </a:solidFill>
                <a:latin typeface="Arial"/>
                <a:ea typeface="Arial"/>
                <a:cs typeface="Arial"/>
                <a:sym typeface="Arial"/>
              </a:rPr>
              <a:t>Sentences:</a:t>
            </a:r>
            <a:endParaRPr b="0" i="0">
              <a:solidFill>
                <a:schemeClr val="dk1"/>
              </a:solidFill>
              <a:latin typeface="Arial"/>
              <a:ea typeface="Arial"/>
              <a:cs typeface="Arial"/>
              <a:sym typeface="Arial"/>
            </a:endParaRPr>
          </a:p>
          <a:p>
            <a:pPr indent="-329025" lvl="0" marL="342900" rtl="0" algn="l">
              <a:lnSpc>
                <a:spcPct val="110000"/>
              </a:lnSpc>
              <a:spcBef>
                <a:spcPts val="956"/>
              </a:spcBef>
              <a:spcAft>
                <a:spcPts val="0"/>
              </a:spcAft>
              <a:buClr>
                <a:schemeClr val="dk1"/>
              </a:buClr>
              <a:buSzPts val="1610"/>
              <a:buFont typeface="Sorts Mill Goudy"/>
              <a:buAutoNum type="arabicPeriod"/>
            </a:pPr>
            <a:r>
              <a:rPr b="0" i="0" lang="en-US">
                <a:solidFill>
                  <a:schemeClr val="dk1"/>
                </a:solidFill>
                <a:latin typeface="Arial"/>
                <a:ea typeface="Arial"/>
                <a:cs typeface="Arial"/>
                <a:sym typeface="Arial"/>
              </a:rPr>
              <a:t>Who is your teacher? (Meaning: Can you tell me the name of your teacher?)</a:t>
            </a:r>
            <a:endParaRPr>
              <a:solidFill>
                <a:schemeClr val="dk1"/>
              </a:solidFill>
            </a:endParaRPr>
          </a:p>
          <a:p>
            <a:pPr indent="-329025" lvl="0" marL="342900" rtl="0" algn="l">
              <a:lnSpc>
                <a:spcPct val="110000"/>
              </a:lnSpc>
              <a:spcBef>
                <a:spcPts val="956"/>
              </a:spcBef>
              <a:spcAft>
                <a:spcPts val="0"/>
              </a:spcAft>
              <a:buClr>
                <a:schemeClr val="dk1"/>
              </a:buClr>
              <a:buSzPts val="1610"/>
              <a:buFont typeface="Sorts Mill Goudy"/>
              <a:buAutoNum type="arabicPeriod"/>
            </a:pPr>
            <a:r>
              <a:rPr b="0" i="0" lang="en-US">
                <a:solidFill>
                  <a:schemeClr val="dk1"/>
                </a:solidFill>
                <a:latin typeface="Arial"/>
                <a:ea typeface="Arial"/>
                <a:cs typeface="Arial"/>
                <a:sym typeface="Arial"/>
              </a:rPr>
              <a:t>Who is that person? (Meaning: Can you identify that individual?)</a:t>
            </a:r>
            <a:endParaRPr>
              <a:solidFill>
                <a:schemeClr val="dk1"/>
              </a:solidFill>
            </a:endParaRPr>
          </a:p>
          <a:p>
            <a:pPr indent="-329025" lvl="0" marL="342900" rtl="0" algn="l">
              <a:lnSpc>
                <a:spcPct val="110000"/>
              </a:lnSpc>
              <a:spcBef>
                <a:spcPts val="956"/>
              </a:spcBef>
              <a:spcAft>
                <a:spcPts val="0"/>
              </a:spcAft>
              <a:buClr>
                <a:schemeClr val="dk1"/>
              </a:buClr>
              <a:buSzPts val="1610"/>
              <a:buFont typeface="Sorts Mill Goudy"/>
              <a:buAutoNum type="arabicPeriod"/>
            </a:pPr>
            <a:r>
              <a:rPr b="0" i="0" lang="en-US">
                <a:solidFill>
                  <a:schemeClr val="dk1"/>
                </a:solidFill>
                <a:latin typeface="Arial"/>
                <a:ea typeface="Arial"/>
                <a:cs typeface="Arial"/>
                <a:sym typeface="Arial"/>
              </a:rPr>
              <a:t>Who are your friends? (Meaning: Can you introduce me to your friends?)</a:t>
            </a:r>
            <a:endParaRPr>
              <a:solidFill>
                <a:schemeClr val="dk1"/>
              </a:solidFill>
            </a:endParaRPr>
          </a:p>
          <a:p>
            <a:pPr indent="-226790" lvl="0" marL="342900" rtl="0" algn="l">
              <a:lnSpc>
                <a:spcPct val="110000"/>
              </a:lnSpc>
              <a:spcBef>
                <a:spcPts val="956"/>
              </a:spcBef>
              <a:spcAft>
                <a:spcPts val="0"/>
              </a:spcAft>
              <a:buSzPts val="1610"/>
              <a:buNone/>
            </a:pPr>
            <a:r>
              <a:t/>
            </a:r>
            <a:endParaRPr>
              <a:solidFill>
                <a:schemeClr val="dk1"/>
              </a:solidFill>
            </a:endParaRPr>
          </a:p>
        </p:txBody>
      </p:sp>
      <p:pic>
        <p:nvPicPr>
          <p:cNvPr id="171" name="Google Shape;171;g298065ea00b_0_24"/>
          <p:cNvPicPr preferRelativeResize="0"/>
          <p:nvPr/>
        </p:nvPicPr>
        <p:blipFill rotWithShape="1">
          <a:blip r:embed="rId3">
            <a:alphaModFix/>
          </a:blip>
          <a:srcRect b="0" l="0" r="0" t="0"/>
          <a:stretch/>
        </p:blipFill>
        <p:spPr>
          <a:xfrm>
            <a:off x="11233928" y="0"/>
            <a:ext cx="958052" cy="431838"/>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g298065ea00b_0_30"/>
          <p:cNvSpPr txBox="1"/>
          <p:nvPr>
            <p:ph type="title"/>
          </p:nvPr>
        </p:nvSpPr>
        <p:spPr>
          <a:xfrm>
            <a:off x="581192" y="702156"/>
            <a:ext cx="11029500" cy="1188600"/>
          </a:xfrm>
          <a:prstGeom prst="rect">
            <a:avLst/>
          </a:prstGeom>
          <a:noFill/>
          <a:ln>
            <a:noFill/>
          </a:ln>
          <a:effectLst>
            <a:outerShdw blurRad="25400">
              <a:srgbClr val="000000">
                <a:alpha val="45880"/>
              </a:srgbClr>
            </a:outerShdw>
          </a:effectLst>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4600"/>
              <a:buFont typeface="Arial"/>
              <a:buNone/>
            </a:pPr>
            <a:r>
              <a:rPr b="1" i="0" lang="en-US">
                <a:solidFill>
                  <a:schemeClr val="dk1"/>
                </a:solidFill>
                <a:latin typeface="Arial"/>
                <a:ea typeface="Arial"/>
                <a:cs typeface="Arial"/>
                <a:sym typeface="Arial"/>
              </a:rPr>
              <a:t>5. How questions:</a:t>
            </a:r>
            <a:endParaRPr>
              <a:solidFill>
                <a:schemeClr val="dk1"/>
              </a:solidFill>
            </a:endParaRPr>
          </a:p>
        </p:txBody>
      </p:sp>
      <p:sp>
        <p:nvSpPr>
          <p:cNvPr id="177" name="Google Shape;177;g298065ea00b_0_30"/>
          <p:cNvSpPr txBox="1"/>
          <p:nvPr>
            <p:ph idx="1" type="body"/>
          </p:nvPr>
        </p:nvSpPr>
        <p:spPr>
          <a:xfrm>
            <a:off x="581192" y="2340864"/>
            <a:ext cx="11029500" cy="3634500"/>
          </a:xfrm>
          <a:prstGeom prst="rect">
            <a:avLst/>
          </a:prstGeom>
          <a:noFill/>
          <a:ln>
            <a:noFill/>
          </a:ln>
          <a:effectLst>
            <a:outerShdw blurRad="25400">
              <a:srgbClr val="000000">
                <a:alpha val="45880"/>
              </a:srgbClr>
            </a:outerShdw>
          </a:effectLst>
        </p:spPr>
        <p:txBody>
          <a:bodyPr anchorCtr="0" anchor="t" bIns="45700" lIns="91425" spcFirstLastPara="1" rIns="91425" wrap="square" tIns="45700">
            <a:normAutofit lnSpcReduction="20000"/>
          </a:bodyPr>
          <a:lstStyle/>
          <a:p>
            <a:pPr indent="-329025" lvl="0" marL="342900" rtl="0" algn="l">
              <a:lnSpc>
                <a:spcPct val="110000"/>
              </a:lnSpc>
              <a:spcBef>
                <a:spcPts val="0"/>
              </a:spcBef>
              <a:spcAft>
                <a:spcPts val="0"/>
              </a:spcAft>
              <a:buClr>
                <a:schemeClr val="dk1"/>
              </a:buClr>
              <a:buSzPts val="1610"/>
              <a:buChar char="◼"/>
            </a:pPr>
            <a:r>
              <a:rPr b="1" i="0" lang="en-US">
                <a:solidFill>
                  <a:schemeClr val="dk1"/>
                </a:solidFill>
                <a:latin typeface="Arial"/>
                <a:ea typeface="Arial"/>
                <a:cs typeface="Arial"/>
                <a:sym typeface="Arial"/>
              </a:rPr>
              <a:t>Meaning:</a:t>
            </a:r>
            <a:r>
              <a:rPr b="0" i="0" lang="en-US">
                <a:solidFill>
                  <a:schemeClr val="dk1"/>
                </a:solidFill>
                <a:latin typeface="Arial"/>
                <a:ea typeface="Arial"/>
                <a:cs typeface="Arial"/>
                <a:sym typeface="Arial"/>
              </a:rPr>
              <a:t> These questions ask about methods, manner, or condition.</a:t>
            </a:r>
            <a:endParaRPr>
              <a:solidFill>
                <a:schemeClr val="dk1"/>
              </a:solidFill>
            </a:endParaRPr>
          </a:p>
          <a:p>
            <a:pPr indent="-329025" lvl="0" marL="342900" rtl="0" algn="l">
              <a:lnSpc>
                <a:spcPct val="110000"/>
              </a:lnSpc>
              <a:spcBef>
                <a:spcPts val="956"/>
              </a:spcBef>
              <a:spcAft>
                <a:spcPts val="0"/>
              </a:spcAft>
              <a:buClr>
                <a:schemeClr val="dk1"/>
              </a:buClr>
              <a:buSzPts val="1610"/>
              <a:buChar char="◼"/>
            </a:pPr>
            <a:r>
              <a:rPr b="1" i="0" lang="en-US">
                <a:solidFill>
                  <a:schemeClr val="dk1"/>
                </a:solidFill>
                <a:latin typeface="Arial"/>
                <a:ea typeface="Arial"/>
                <a:cs typeface="Arial"/>
                <a:sym typeface="Arial"/>
              </a:rPr>
              <a:t>Examples:</a:t>
            </a:r>
            <a:endParaRPr b="0" i="0">
              <a:solidFill>
                <a:schemeClr val="dk1"/>
              </a:solidFill>
              <a:latin typeface="Arial"/>
              <a:ea typeface="Arial"/>
              <a:cs typeface="Arial"/>
              <a:sym typeface="Arial"/>
            </a:endParaRPr>
          </a:p>
          <a:p>
            <a:pPr indent="-329025" lvl="0" marL="342900" rtl="0" algn="l">
              <a:lnSpc>
                <a:spcPct val="110000"/>
              </a:lnSpc>
              <a:spcBef>
                <a:spcPts val="956"/>
              </a:spcBef>
              <a:spcAft>
                <a:spcPts val="0"/>
              </a:spcAft>
              <a:buClr>
                <a:schemeClr val="dk1"/>
              </a:buClr>
              <a:buSzPts val="1610"/>
              <a:buFont typeface="Sorts Mill Goudy"/>
              <a:buAutoNum type="arabicPeriod"/>
            </a:pPr>
            <a:r>
              <a:rPr b="0" i="0" lang="en-US">
                <a:solidFill>
                  <a:schemeClr val="dk1"/>
                </a:solidFill>
                <a:latin typeface="Arial"/>
                <a:ea typeface="Arial"/>
                <a:cs typeface="Arial"/>
                <a:sym typeface="Arial"/>
              </a:rPr>
              <a:t>How are you?</a:t>
            </a:r>
            <a:endParaRPr>
              <a:solidFill>
                <a:schemeClr val="dk1"/>
              </a:solidFill>
            </a:endParaRPr>
          </a:p>
          <a:p>
            <a:pPr indent="-329025" lvl="0" marL="342900" rtl="0" algn="l">
              <a:lnSpc>
                <a:spcPct val="110000"/>
              </a:lnSpc>
              <a:spcBef>
                <a:spcPts val="956"/>
              </a:spcBef>
              <a:spcAft>
                <a:spcPts val="0"/>
              </a:spcAft>
              <a:buClr>
                <a:schemeClr val="dk1"/>
              </a:buClr>
              <a:buSzPts val="1610"/>
              <a:buFont typeface="Sorts Mill Goudy"/>
              <a:buAutoNum type="arabicPeriod"/>
            </a:pPr>
            <a:r>
              <a:rPr b="0" i="0" lang="en-US">
                <a:solidFill>
                  <a:schemeClr val="dk1"/>
                </a:solidFill>
                <a:latin typeface="Arial"/>
                <a:ea typeface="Arial"/>
                <a:cs typeface="Arial"/>
                <a:sym typeface="Arial"/>
              </a:rPr>
              <a:t>How do you travel to work?</a:t>
            </a:r>
            <a:endParaRPr>
              <a:solidFill>
                <a:schemeClr val="dk1"/>
              </a:solidFill>
            </a:endParaRPr>
          </a:p>
          <a:p>
            <a:pPr indent="-329025" lvl="0" marL="342900" rtl="0" algn="l">
              <a:lnSpc>
                <a:spcPct val="110000"/>
              </a:lnSpc>
              <a:spcBef>
                <a:spcPts val="956"/>
              </a:spcBef>
              <a:spcAft>
                <a:spcPts val="0"/>
              </a:spcAft>
              <a:buClr>
                <a:schemeClr val="dk1"/>
              </a:buClr>
              <a:buSzPts val="1610"/>
              <a:buFont typeface="Sorts Mill Goudy"/>
              <a:buAutoNum type="arabicPeriod"/>
            </a:pPr>
            <a:r>
              <a:rPr b="0" i="0" lang="en-US">
                <a:solidFill>
                  <a:schemeClr val="dk1"/>
                </a:solidFill>
                <a:latin typeface="Arial"/>
                <a:ea typeface="Arial"/>
                <a:cs typeface="Arial"/>
                <a:sym typeface="Arial"/>
              </a:rPr>
              <a:t>How can I help you?</a:t>
            </a:r>
            <a:endParaRPr>
              <a:solidFill>
                <a:schemeClr val="dk1"/>
              </a:solidFill>
            </a:endParaRPr>
          </a:p>
          <a:p>
            <a:pPr indent="-329025" lvl="0" marL="342900" rtl="0" algn="l">
              <a:lnSpc>
                <a:spcPct val="110000"/>
              </a:lnSpc>
              <a:spcBef>
                <a:spcPts val="956"/>
              </a:spcBef>
              <a:spcAft>
                <a:spcPts val="0"/>
              </a:spcAft>
              <a:buClr>
                <a:schemeClr val="dk1"/>
              </a:buClr>
              <a:buSzPts val="1610"/>
              <a:buChar char="◼"/>
            </a:pPr>
            <a:r>
              <a:rPr b="1" i="0" lang="en-US">
                <a:solidFill>
                  <a:schemeClr val="dk1"/>
                </a:solidFill>
                <a:latin typeface="Arial"/>
                <a:ea typeface="Arial"/>
                <a:cs typeface="Arial"/>
                <a:sym typeface="Arial"/>
              </a:rPr>
              <a:t>Sentences:</a:t>
            </a:r>
            <a:endParaRPr b="0" i="0">
              <a:solidFill>
                <a:schemeClr val="dk1"/>
              </a:solidFill>
              <a:latin typeface="Arial"/>
              <a:ea typeface="Arial"/>
              <a:cs typeface="Arial"/>
              <a:sym typeface="Arial"/>
            </a:endParaRPr>
          </a:p>
          <a:p>
            <a:pPr indent="-329025" lvl="0" marL="342900" rtl="0" algn="l">
              <a:lnSpc>
                <a:spcPct val="110000"/>
              </a:lnSpc>
              <a:spcBef>
                <a:spcPts val="956"/>
              </a:spcBef>
              <a:spcAft>
                <a:spcPts val="0"/>
              </a:spcAft>
              <a:buClr>
                <a:schemeClr val="dk1"/>
              </a:buClr>
              <a:buSzPts val="1610"/>
              <a:buFont typeface="Sorts Mill Goudy"/>
              <a:buAutoNum type="arabicPeriod"/>
            </a:pPr>
            <a:r>
              <a:rPr b="0" i="0" lang="en-US">
                <a:solidFill>
                  <a:schemeClr val="dk1"/>
                </a:solidFill>
                <a:latin typeface="Arial"/>
                <a:ea typeface="Arial"/>
                <a:cs typeface="Arial"/>
                <a:sym typeface="Arial"/>
              </a:rPr>
              <a:t>How are you? (Meaning: Can you tell me how you are feeling?)</a:t>
            </a:r>
            <a:endParaRPr>
              <a:solidFill>
                <a:schemeClr val="dk1"/>
              </a:solidFill>
            </a:endParaRPr>
          </a:p>
          <a:p>
            <a:pPr indent="-329025" lvl="0" marL="342900" rtl="0" algn="l">
              <a:lnSpc>
                <a:spcPct val="110000"/>
              </a:lnSpc>
              <a:spcBef>
                <a:spcPts val="956"/>
              </a:spcBef>
              <a:spcAft>
                <a:spcPts val="0"/>
              </a:spcAft>
              <a:buClr>
                <a:schemeClr val="dk1"/>
              </a:buClr>
              <a:buSzPts val="1610"/>
              <a:buFont typeface="Sorts Mill Goudy"/>
              <a:buAutoNum type="arabicPeriod"/>
            </a:pPr>
            <a:r>
              <a:rPr b="0" i="0" lang="en-US">
                <a:solidFill>
                  <a:schemeClr val="dk1"/>
                </a:solidFill>
                <a:latin typeface="Arial"/>
                <a:ea typeface="Arial"/>
                <a:cs typeface="Arial"/>
                <a:sym typeface="Arial"/>
              </a:rPr>
              <a:t>How do you travel to work? (Meaning: Can you explain the way you go to work?)</a:t>
            </a:r>
            <a:endParaRPr>
              <a:solidFill>
                <a:schemeClr val="dk1"/>
              </a:solidFill>
            </a:endParaRPr>
          </a:p>
          <a:p>
            <a:pPr indent="-329025" lvl="0" marL="342900" rtl="0" algn="l">
              <a:lnSpc>
                <a:spcPct val="110000"/>
              </a:lnSpc>
              <a:spcBef>
                <a:spcPts val="956"/>
              </a:spcBef>
              <a:spcAft>
                <a:spcPts val="0"/>
              </a:spcAft>
              <a:buClr>
                <a:schemeClr val="dk1"/>
              </a:buClr>
              <a:buSzPts val="1610"/>
              <a:buFont typeface="Sorts Mill Goudy"/>
              <a:buAutoNum type="arabicPeriod"/>
            </a:pPr>
            <a:r>
              <a:rPr b="0" i="0" lang="en-US">
                <a:solidFill>
                  <a:schemeClr val="dk1"/>
                </a:solidFill>
                <a:latin typeface="Arial"/>
                <a:ea typeface="Arial"/>
                <a:cs typeface="Arial"/>
                <a:sym typeface="Arial"/>
              </a:rPr>
              <a:t>How can I help you? (Meaning: Can you tell me what assistance you need?)</a:t>
            </a:r>
            <a:endParaRPr>
              <a:solidFill>
                <a:schemeClr val="dk1"/>
              </a:solidFill>
            </a:endParaRPr>
          </a:p>
          <a:p>
            <a:pPr indent="-226790" lvl="0" marL="342900" rtl="0" algn="l">
              <a:lnSpc>
                <a:spcPct val="110000"/>
              </a:lnSpc>
              <a:spcBef>
                <a:spcPts val="956"/>
              </a:spcBef>
              <a:spcAft>
                <a:spcPts val="0"/>
              </a:spcAft>
              <a:buSzPts val="1610"/>
              <a:buNone/>
            </a:pPr>
            <a:r>
              <a:t/>
            </a:r>
            <a:endParaRPr>
              <a:solidFill>
                <a:schemeClr val="dk1"/>
              </a:solidFill>
            </a:endParaRPr>
          </a:p>
        </p:txBody>
      </p:sp>
      <p:pic>
        <p:nvPicPr>
          <p:cNvPr id="178" name="Google Shape;178;g298065ea00b_0_30"/>
          <p:cNvPicPr preferRelativeResize="0"/>
          <p:nvPr/>
        </p:nvPicPr>
        <p:blipFill rotWithShape="1">
          <a:blip r:embed="rId3">
            <a:alphaModFix/>
          </a:blip>
          <a:srcRect b="0" l="0" r="0" t="0"/>
          <a:stretch/>
        </p:blipFill>
        <p:spPr>
          <a:xfrm>
            <a:off x="11233928" y="0"/>
            <a:ext cx="958052" cy="431838"/>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g298065ea00b_0_36"/>
          <p:cNvSpPr txBox="1"/>
          <p:nvPr>
            <p:ph type="title"/>
          </p:nvPr>
        </p:nvSpPr>
        <p:spPr>
          <a:xfrm>
            <a:off x="581192" y="702156"/>
            <a:ext cx="11029500" cy="1188600"/>
          </a:xfrm>
          <a:prstGeom prst="rect">
            <a:avLst/>
          </a:prstGeom>
          <a:noFill/>
          <a:ln>
            <a:noFill/>
          </a:ln>
          <a:effectLst>
            <a:outerShdw blurRad="25400">
              <a:srgbClr val="000000">
                <a:alpha val="45880"/>
              </a:srgbClr>
            </a:outerShdw>
          </a:effectLst>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4600"/>
              <a:buFont typeface="Arial"/>
              <a:buNone/>
            </a:pPr>
            <a:r>
              <a:rPr b="1" i="0" lang="en-US">
                <a:solidFill>
                  <a:schemeClr val="dk1"/>
                </a:solidFill>
                <a:latin typeface="Arial"/>
                <a:ea typeface="Arial"/>
                <a:cs typeface="Arial"/>
                <a:sym typeface="Arial"/>
              </a:rPr>
              <a:t>6. Why questions:</a:t>
            </a:r>
            <a:endParaRPr>
              <a:solidFill>
                <a:schemeClr val="dk1"/>
              </a:solidFill>
            </a:endParaRPr>
          </a:p>
        </p:txBody>
      </p:sp>
      <p:sp>
        <p:nvSpPr>
          <p:cNvPr id="184" name="Google Shape;184;g298065ea00b_0_36"/>
          <p:cNvSpPr txBox="1"/>
          <p:nvPr>
            <p:ph idx="1" type="body"/>
          </p:nvPr>
        </p:nvSpPr>
        <p:spPr>
          <a:xfrm>
            <a:off x="581192" y="2340864"/>
            <a:ext cx="11029500" cy="3634500"/>
          </a:xfrm>
          <a:prstGeom prst="rect">
            <a:avLst/>
          </a:prstGeom>
          <a:noFill/>
          <a:ln>
            <a:noFill/>
          </a:ln>
          <a:effectLst>
            <a:outerShdw blurRad="25400">
              <a:srgbClr val="000000">
                <a:alpha val="45880"/>
              </a:srgbClr>
            </a:outerShdw>
          </a:effectLst>
        </p:spPr>
        <p:txBody>
          <a:bodyPr anchorCtr="0" anchor="t" bIns="45700" lIns="91425" spcFirstLastPara="1" rIns="91425" wrap="square" tIns="45700">
            <a:normAutofit lnSpcReduction="20000"/>
          </a:bodyPr>
          <a:lstStyle/>
          <a:p>
            <a:pPr indent="-329025" lvl="0" marL="342900" rtl="0" algn="l">
              <a:lnSpc>
                <a:spcPct val="110000"/>
              </a:lnSpc>
              <a:spcBef>
                <a:spcPts val="0"/>
              </a:spcBef>
              <a:spcAft>
                <a:spcPts val="0"/>
              </a:spcAft>
              <a:buClr>
                <a:schemeClr val="dk1"/>
              </a:buClr>
              <a:buSzPts val="1610"/>
              <a:buChar char="◼"/>
            </a:pPr>
            <a:r>
              <a:rPr b="1" i="0" lang="en-US">
                <a:solidFill>
                  <a:schemeClr val="dk1"/>
                </a:solidFill>
                <a:latin typeface="Arial"/>
                <a:ea typeface="Arial"/>
                <a:cs typeface="Arial"/>
                <a:sym typeface="Arial"/>
              </a:rPr>
              <a:t>Meaning:</a:t>
            </a:r>
            <a:r>
              <a:rPr b="0" i="0" lang="en-US">
                <a:solidFill>
                  <a:schemeClr val="dk1"/>
                </a:solidFill>
                <a:latin typeface="Arial"/>
                <a:ea typeface="Arial"/>
                <a:cs typeface="Arial"/>
                <a:sym typeface="Arial"/>
              </a:rPr>
              <a:t> These questions seek reasons or explanations.</a:t>
            </a:r>
            <a:endParaRPr>
              <a:solidFill>
                <a:schemeClr val="dk1"/>
              </a:solidFill>
            </a:endParaRPr>
          </a:p>
          <a:p>
            <a:pPr indent="-329025" lvl="0" marL="342900" rtl="0" algn="l">
              <a:lnSpc>
                <a:spcPct val="110000"/>
              </a:lnSpc>
              <a:spcBef>
                <a:spcPts val="956"/>
              </a:spcBef>
              <a:spcAft>
                <a:spcPts val="0"/>
              </a:spcAft>
              <a:buClr>
                <a:schemeClr val="dk1"/>
              </a:buClr>
              <a:buSzPts val="1610"/>
              <a:buChar char="◼"/>
            </a:pPr>
            <a:r>
              <a:rPr b="1" i="0" lang="en-US">
                <a:solidFill>
                  <a:schemeClr val="dk1"/>
                </a:solidFill>
                <a:latin typeface="Arial"/>
                <a:ea typeface="Arial"/>
                <a:cs typeface="Arial"/>
                <a:sym typeface="Arial"/>
              </a:rPr>
              <a:t>Examples:</a:t>
            </a:r>
            <a:endParaRPr b="0" i="0">
              <a:solidFill>
                <a:schemeClr val="dk1"/>
              </a:solidFill>
              <a:latin typeface="Arial"/>
              <a:ea typeface="Arial"/>
              <a:cs typeface="Arial"/>
              <a:sym typeface="Arial"/>
            </a:endParaRPr>
          </a:p>
          <a:p>
            <a:pPr indent="-329025" lvl="0" marL="342900" rtl="0" algn="l">
              <a:lnSpc>
                <a:spcPct val="110000"/>
              </a:lnSpc>
              <a:spcBef>
                <a:spcPts val="956"/>
              </a:spcBef>
              <a:spcAft>
                <a:spcPts val="0"/>
              </a:spcAft>
              <a:buClr>
                <a:schemeClr val="dk1"/>
              </a:buClr>
              <a:buSzPts val="1610"/>
              <a:buFont typeface="Sorts Mill Goudy"/>
              <a:buAutoNum type="arabicPeriod"/>
            </a:pPr>
            <a:r>
              <a:rPr b="0" i="0" lang="en-US">
                <a:solidFill>
                  <a:schemeClr val="dk1"/>
                </a:solidFill>
                <a:latin typeface="Arial"/>
                <a:ea typeface="Arial"/>
                <a:cs typeface="Arial"/>
                <a:sym typeface="Arial"/>
              </a:rPr>
              <a:t>Why do you like ice cream?</a:t>
            </a:r>
            <a:endParaRPr>
              <a:solidFill>
                <a:schemeClr val="dk1"/>
              </a:solidFill>
            </a:endParaRPr>
          </a:p>
          <a:p>
            <a:pPr indent="-329025" lvl="0" marL="342900" rtl="0" algn="l">
              <a:lnSpc>
                <a:spcPct val="110000"/>
              </a:lnSpc>
              <a:spcBef>
                <a:spcPts val="956"/>
              </a:spcBef>
              <a:spcAft>
                <a:spcPts val="0"/>
              </a:spcAft>
              <a:buClr>
                <a:schemeClr val="dk1"/>
              </a:buClr>
              <a:buSzPts val="1610"/>
              <a:buFont typeface="Sorts Mill Goudy"/>
              <a:buAutoNum type="arabicPeriod"/>
            </a:pPr>
            <a:r>
              <a:rPr b="0" i="0" lang="en-US">
                <a:solidFill>
                  <a:schemeClr val="dk1"/>
                </a:solidFill>
                <a:latin typeface="Arial"/>
                <a:ea typeface="Arial"/>
                <a:cs typeface="Arial"/>
                <a:sym typeface="Arial"/>
              </a:rPr>
              <a:t>Why are you late?</a:t>
            </a:r>
            <a:endParaRPr>
              <a:solidFill>
                <a:schemeClr val="dk1"/>
              </a:solidFill>
            </a:endParaRPr>
          </a:p>
          <a:p>
            <a:pPr indent="-329025" lvl="0" marL="342900" rtl="0" algn="l">
              <a:lnSpc>
                <a:spcPct val="110000"/>
              </a:lnSpc>
              <a:spcBef>
                <a:spcPts val="956"/>
              </a:spcBef>
              <a:spcAft>
                <a:spcPts val="0"/>
              </a:spcAft>
              <a:buClr>
                <a:schemeClr val="dk1"/>
              </a:buClr>
              <a:buSzPts val="1610"/>
              <a:buFont typeface="Sorts Mill Goudy"/>
              <a:buAutoNum type="arabicPeriod"/>
            </a:pPr>
            <a:r>
              <a:rPr b="0" i="0" lang="en-US">
                <a:solidFill>
                  <a:schemeClr val="dk1"/>
                </a:solidFill>
                <a:latin typeface="Arial"/>
                <a:ea typeface="Arial"/>
                <a:cs typeface="Arial"/>
                <a:sym typeface="Arial"/>
              </a:rPr>
              <a:t>Why did you choose this book?</a:t>
            </a:r>
            <a:endParaRPr>
              <a:solidFill>
                <a:schemeClr val="dk1"/>
              </a:solidFill>
            </a:endParaRPr>
          </a:p>
          <a:p>
            <a:pPr indent="-329025" lvl="0" marL="342900" rtl="0" algn="l">
              <a:lnSpc>
                <a:spcPct val="110000"/>
              </a:lnSpc>
              <a:spcBef>
                <a:spcPts val="956"/>
              </a:spcBef>
              <a:spcAft>
                <a:spcPts val="0"/>
              </a:spcAft>
              <a:buClr>
                <a:schemeClr val="dk1"/>
              </a:buClr>
              <a:buSzPts val="1610"/>
              <a:buChar char="◼"/>
            </a:pPr>
            <a:r>
              <a:rPr b="1" i="0" lang="en-US">
                <a:solidFill>
                  <a:schemeClr val="dk1"/>
                </a:solidFill>
                <a:latin typeface="Arial"/>
                <a:ea typeface="Arial"/>
                <a:cs typeface="Arial"/>
                <a:sym typeface="Arial"/>
              </a:rPr>
              <a:t>Sentences:</a:t>
            </a:r>
            <a:endParaRPr b="0" i="0">
              <a:solidFill>
                <a:schemeClr val="dk1"/>
              </a:solidFill>
              <a:latin typeface="Arial"/>
              <a:ea typeface="Arial"/>
              <a:cs typeface="Arial"/>
              <a:sym typeface="Arial"/>
            </a:endParaRPr>
          </a:p>
          <a:p>
            <a:pPr indent="-329025" lvl="0" marL="342900" rtl="0" algn="l">
              <a:lnSpc>
                <a:spcPct val="110000"/>
              </a:lnSpc>
              <a:spcBef>
                <a:spcPts val="956"/>
              </a:spcBef>
              <a:spcAft>
                <a:spcPts val="0"/>
              </a:spcAft>
              <a:buClr>
                <a:schemeClr val="dk1"/>
              </a:buClr>
              <a:buSzPts val="1610"/>
              <a:buFont typeface="Sorts Mill Goudy"/>
              <a:buAutoNum type="arabicPeriod"/>
            </a:pPr>
            <a:r>
              <a:rPr b="0" i="0" lang="en-US">
                <a:solidFill>
                  <a:schemeClr val="dk1"/>
                </a:solidFill>
                <a:latin typeface="Arial"/>
                <a:ea typeface="Arial"/>
                <a:cs typeface="Arial"/>
                <a:sym typeface="Arial"/>
              </a:rPr>
              <a:t>Why do you like ice cream? (Meaning: Can you tell me the reason for your liking towards ice cream?)</a:t>
            </a:r>
            <a:endParaRPr>
              <a:solidFill>
                <a:schemeClr val="dk1"/>
              </a:solidFill>
            </a:endParaRPr>
          </a:p>
          <a:p>
            <a:pPr indent="-329025" lvl="0" marL="342900" rtl="0" algn="l">
              <a:lnSpc>
                <a:spcPct val="110000"/>
              </a:lnSpc>
              <a:spcBef>
                <a:spcPts val="956"/>
              </a:spcBef>
              <a:spcAft>
                <a:spcPts val="0"/>
              </a:spcAft>
              <a:buClr>
                <a:schemeClr val="dk1"/>
              </a:buClr>
              <a:buSzPts val="1610"/>
              <a:buFont typeface="Sorts Mill Goudy"/>
              <a:buAutoNum type="arabicPeriod"/>
            </a:pPr>
            <a:r>
              <a:rPr b="0" i="0" lang="en-US">
                <a:solidFill>
                  <a:schemeClr val="dk1"/>
                </a:solidFill>
                <a:latin typeface="Arial"/>
                <a:ea typeface="Arial"/>
                <a:cs typeface="Arial"/>
                <a:sym typeface="Arial"/>
              </a:rPr>
              <a:t>Why are you late? (Meaning: Can you explain the reason for your lateness?)</a:t>
            </a:r>
            <a:endParaRPr>
              <a:solidFill>
                <a:schemeClr val="dk1"/>
              </a:solidFill>
            </a:endParaRPr>
          </a:p>
          <a:p>
            <a:pPr indent="-329025" lvl="0" marL="342900" rtl="0" algn="l">
              <a:lnSpc>
                <a:spcPct val="110000"/>
              </a:lnSpc>
              <a:spcBef>
                <a:spcPts val="956"/>
              </a:spcBef>
              <a:spcAft>
                <a:spcPts val="0"/>
              </a:spcAft>
              <a:buClr>
                <a:schemeClr val="dk1"/>
              </a:buClr>
              <a:buSzPts val="1610"/>
              <a:buFont typeface="Sorts Mill Goudy"/>
              <a:buAutoNum type="arabicPeriod"/>
            </a:pPr>
            <a:r>
              <a:rPr b="0" i="0" lang="en-US">
                <a:solidFill>
                  <a:schemeClr val="dk1"/>
                </a:solidFill>
                <a:latin typeface="Arial"/>
                <a:ea typeface="Arial"/>
                <a:cs typeface="Arial"/>
                <a:sym typeface="Arial"/>
              </a:rPr>
              <a:t>Why did you choose this book? (Meaning: Can you tell me the reason for selecting this book?)</a:t>
            </a:r>
            <a:endParaRPr>
              <a:solidFill>
                <a:schemeClr val="dk1"/>
              </a:solidFill>
            </a:endParaRPr>
          </a:p>
          <a:p>
            <a:pPr indent="-226790" lvl="0" marL="342900" rtl="0" algn="l">
              <a:lnSpc>
                <a:spcPct val="110000"/>
              </a:lnSpc>
              <a:spcBef>
                <a:spcPts val="956"/>
              </a:spcBef>
              <a:spcAft>
                <a:spcPts val="0"/>
              </a:spcAft>
              <a:buSzPts val="1610"/>
              <a:buNone/>
            </a:pPr>
            <a:r>
              <a:t/>
            </a:r>
            <a:endParaRPr>
              <a:solidFill>
                <a:schemeClr val="dk1"/>
              </a:solidFill>
            </a:endParaRPr>
          </a:p>
        </p:txBody>
      </p:sp>
      <p:pic>
        <p:nvPicPr>
          <p:cNvPr id="185" name="Google Shape;185;g298065ea00b_0_36"/>
          <p:cNvPicPr preferRelativeResize="0"/>
          <p:nvPr/>
        </p:nvPicPr>
        <p:blipFill rotWithShape="1">
          <a:blip r:embed="rId3">
            <a:alphaModFix/>
          </a:blip>
          <a:srcRect b="0" l="0" r="0" t="0"/>
          <a:stretch/>
        </p:blipFill>
        <p:spPr>
          <a:xfrm>
            <a:off x="11233928" y="0"/>
            <a:ext cx="958052" cy="431838"/>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g298065ea00b_0_42"/>
          <p:cNvSpPr txBox="1"/>
          <p:nvPr>
            <p:ph type="title"/>
          </p:nvPr>
        </p:nvSpPr>
        <p:spPr>
          <a:xfrm>
            <a:off x="581192" y="702156"/>
            <a:ext cx="11029500" cy="1188600"/>
          </a:xfrm>
          <a:prstGeom prst="rect">
            <a:avLst/>
          </a:prstGeom>
          <a:noFill/>
          <a:ln>
            <a:noFill/>
          </a:ln>
          <a:effectLst>
            <a:outerShdw blurRad="25400">
              <a:srgbClr val="000000">
                <a:alpha val="45880"/>
              </a:srgbClr>
            </a:outerShdw>
          </a:effectLst>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4600"/>
              <a:buFont typeface="Arial"/>
              <a:buNone/>
            </a:pPr>
            <a:r>
              <a:rPr b="1" i="0" lang="en-US">
                <a:solidFill>
                  <a:schemeClr val="dk1"/>
                </a:solidFill>
                <a:latin typeface="Arial"/>
                <a:ea typeface="Arial"/>
                <a:cs typeface="Arial"/>
                <a:sym typeface="Arial"/>
              </a:rPr>
              <a:t>Practice Exercise:</a:t>
            </a:r>
            <a:br>
              <a:rPr b="0" i="0" lang="en-US">
                <a:solidFill>
                  <a:schemeClr val="dk1"/>
                </a:solidFill>
                <a:latin typeface="Arial"/>
                <a:ea typeface="Arial"/>
                <a:cs typeface="Arial"/>
                <a:sym typeface="Arial"/>
              </a:rPr>
            </a:br>
            <a:endParaRPr>
              <a:solidFill>
                <a:schemeClr val="dk1"/>
              </a:solidFill>
            </a:endParaRPr>
          </a:p>
        </p:txBody>
      </p:sp>
      <p:sp>
        <p:nvSpPr>
          <p:cNvPr id="191" name="Google Shape;191;g298065ea00b_0_42"/>
          <p:cNvSpPr txBox="1"/>
          <p:nvPr>
            <p:ph idx="1" type="body"/>
          </p:nvPr>
        </p:nvSpPr>
        <p:spPr>
          <a:xfrm>
            <a:off x="581192" y="2417064"/>
            <a:ext cx="11029500" cy="3634500"/>
          </a:xfrm>
          <a:prstGeom prst="rect">
            <a:avLst/>
          </a:prstGeom>
          <a:noFill/>
          <a:ln>
            <a:noFill/>
          </a:ln>
          <a:effectLst>
            <a:outerShdw blurRad="25400">
              <a:srgbClr val="000000">
                <a:alpha val="45880"/>
              </a:srgbClr>
            </a:outerShdw>
          </a:effectLst>
        </p:spPr>
        <p:txBody>
          <a:bodyPr anchorCtr="0" anchor="t" bIns="45700" lIns="91425" spcFirstLastPara="1" rIns="91425" wrap="square" tIns="45700">
            <a:normAutofit/>
          </a:bodyPr>
          <a:lstStyle/>
          <a:p>
            <a:pPr indent="-306000" lvl="0" marL="342900" rtl="0" algn="l">
              <a:lnSpc>
                <a:spcPct val="110000"/>
              </a:lnSpc>
              <a:spcBef>
                <a:spcPts val="0"/>
              </a:spcBef>
              <a:spcAft>
                <a:spcPts val="0"/>
              </a:spcAft>
              <a:buClr>
                <a:schemeClr val="dk1"/>
              </a:buClr>
              <a:buSzPts val="1610"/>
              <a:buChar char="◼"/>
            </a:pPr>
            <a:r>
              <a:rPr b="0" i="0" lang="en-US">
                <a:solidFill>
                  <a:schemeClr val="dk1"/>
                </a:solidFill>
                <a:latin typeface="Arial"/>
                <a:ea typeface="Arial"/>
                <a:cs typeface="Arial"/>
                <a:sym typeface="Arial"/>
              </a:rPr>
              <a:t>Ask a partner the following questions, then switch roles:</a:t>
            </a:r>
            <a:endParaRPr>
              <a:solidFill>
                <a:schemeClr val="dk1"/>
              </a:solidFill>
            </a:endParaRPr>
          </a:p>
          <a:p>
            <a:pPr indent="-306000" lvl="0" marL="342900" rtl="0" algn="l">
              <a:lnSpc>
                <a:spcPct val="110000"/>
              </a:lnSpc>
              <a:spcBef>
                <a:spcPts val="1060"/>
              </a:spcBef>
              <a:spcAft>
                <a:spcPts val="0"/>
              </a:spcAft>
              <a:buClr>
                <a:schemeClr val="dk1"/>
              </a:buClr>
              <a:buSzPts val="1610"/>
              <a:buFont typeface="Sorts Mill Goudy"/>
              <a:buAutoNum type="arabicPeriod"/>
            </a:pPr>
            <a:r>
              <a:rPr b="0" i="0" lang="en-US">
                <a:solidFill>
                  <a:schemeClr val="dk1"/>
                </a:solidFill>
                <a:latin typeface="Arial"/>
                <a:ea typeface="Arial"/>
                <a:cs typeface="Arial"/>
                <a:sym typeface="Arial"/>
              </a:rPr>
              <a:t>What is your favorite color?</a:t>
            </a:r>
            <a:endParaRPr>
              <a:solidFill>
                <a:schemeClr val="dk1"/>
              </a:solidFill>
            </a:endParaRPr>
          </a:p>
          <a:p>
            <a:pPr indent="-306000" lvl="0" marL="342900" rtl="0" algn="l">
              <a:lnSpc>
                <a:spcPct val="110000"/>
              </a:lnSpc>
              <a:spcBef>
                <a:spcPts val="1060"/>
              </a:spcBef>
              <a:spcAft>
                <a:spcPts val="0"/>
              </a:spcAft>
              <a:buClr>
                <a:schemeClr val="dk1"/>
              </a:buClr>
              <a:buSzPts val="1610"/>
              <a:buFont typeface="Sorts Mill Goudy"/>
              <a:buAutoNum type="arabicPeriod"/>
            </a:pPr>
            <a:r>
              <a:rPr b="0" i="0" lang="en-US">
                <a:solidFill>
                  <a:schemeClr val="dk1"/>
                </a:solidFill>
                <a:latin typeface="Arial"/>
                <a:ea typeface="Arial"/>
                <a:cs typeface="Arial"/>
                <a:sym typeface="Arial"/>
              </a:rPr>
              <a:t>Where do you want to go for vacation?</a:t>
            </a:r>
            <a:endParaRPr>
              <a:solidFill>
                <a:schemeClr val="dk1"/>
              </a:solidFill>
            </a:endParaRPr>
          </a:p>
          <a:p>
            <a:pPr indent="-306000" lvl="0" marL="342900" rtl="0" algn="l">
              <a:lnSpc>
                <a:spcPct val="110000"/>
              </a:lnSpc>
              <a:spcBef>
                <a:spcPts val="1060"/>
              </a:spcBef>
              <a:spcAft>
                <a:spcPts val="0"/>
              </a:spcAft>
              <a:buClr>
                <a:schemeClr val="dk1"/>
              </a:buClr>
              <a:buSzPts val="1610"/>
              <a:buFont typeface="Sorts Mill Goudy"/>
              <a:buAutoNum type="arabicPeriod"/>
            </a:pPr>
            <a:r>
              <a:rPr b="0" i="0" lang="en-US">
                <a:solidFill>
                  <a:schemeClr val="dk1"/>
                </a:solidFill>
                <a:latin typeface="Arial"/>
                <a:ea typeface="Arial"/>
                <a:cs typeface="Arial"/>
                <a:sym typeface="Arial"/>
              </a:rPr>
              <a:t>When is your next birthday?</a:t>
            </a:r>
            <a:endParaRPr>
              <a:solidFill>
                <a:schemeClr val="dk1"/>
              </a:solidFill>
            </a:endParaRPr>
          </a:p>
          <a:p>
            <a:pPr indent="-306000" lvl="0" marL="342900" rtl="0" algn="l">
              <a:lnSpc>
                <a:spcPct val="110000"/>
              </a:lnSpc>
              <a:spcBef>
                <a:spcPts val="1060"/>
              </a:spcBef>
              <a:spcAft>
                <a:spcPts val="0"/>
              </a:spcAft>
              <a:buClr>
                <a:schemeClr val="dk1"/>
              </a:buClr>
              <a:buSzPts val="1610"/>
              <a:buFont typeface="Sorts Mill Goudy"/>
              <a:buAutoNum type="arabicPeriod"/>
            </a:pPr>
            <a:r>
              <a:rPr b="0" i="0" lang="en-US">
                <a:solidFill>
                  <a:schemeClr val="dk1"/>
                </a:solidFill>
                <a:latin typeface="Arial"/>
                <a:ea typeface="Arial"/>
                <a:cs typeface="Arial"/>
                <a:sym typeface="Arial"/>
              </a:rPr>
              <a:t>Who is your best friend?</a:t>
            </a:r>
            <a:endParaRPr>
              <a:solidFill>
                <a:schemeClr val="dk1"/>
              </a:solidFill>
            </a:endParaRPr>
          </a:p>
          <a:p>
            <a:pPr indent="-306000" lvl="0" marL="342900" rtl="0" algn="l">
              <a:lnSpc>
                <a:spcPct val="110000"/>
              </a:lnSpc>
              <a:spcBef>
                <a:spcPts val="1060"/>
              </a:spcBef>
              <a:spcAft>
                <a:spcPts val="0"/>
              </a:spcAft>
              <a:buClr>
                <a:schemeClr val="dk1"/>
              </a:buClr>
              <a:buSzPts val="1610"/>
              <a:buFont typeface="Sorts Mill Goudy"/>
              <a:buAutoNum type="arabicPeriod"/>
            </a:pPr>
            <a:r>
              <a:rPr b="0" i="0" lang="en-US">
                <a:solidFill>
                  <a:schemeClr val="dk1"/>
                </a:solidFill>
                <a:latin typeface="Arial"/>
                <a:ea typeface="Arial"/>
                <a:cs typeface="Arial"/>
                <a:sym typeface="Arial"/>
              </a:rPr>
              <a:t>How do you like to spend your weekends?</a:t>
            </a:r>
            <a:endParaRPr>
              <a:solidFill>
                <a:schemeClr val="dk1"/>
              </a:solidFill>
            </a:endParaRPr>
          </a:p>
          <a:p>
            <a:pPr indent="-306000" lvl="0" marL="342900" rtl="0" algn="l">
              <a:lnSpc>
                <a:spcPct val="110000"/>
              </a:lnSpc>
              <a:spcBef>
                <a:spcPts val="1060"/>
              </a:spcBef>
              <a:spcAft>
                <a:spcPts val="0"/>
              </a:spcAft>
              <a:buClr>
                <a:schemeClr val="dk1"/>
              </a:buClr>
              <a:buSzPts val="1610"/>
              <a:buFont typeface="Sorts Mill Goudy"/>
              <a:buAutoNum type="arabicPeriod"/>
            </a:pPr>
            <a:r>
              <a:rPr b="0" i="0" lang="en-US">
                <a:solidFill>
                  <a:schemeClr val="dk1"/>
                </a:solidFill>
                <a:latin typeface="Arial"/>
                <a:ea typeface="Arial"/>
                <a:cs typeface="Arial"/>
                <a:sym typeface="Arial"/>
              </a:rPr>
              <a:t>Why do you enjoy reading books?</a:t>
            </a:r>
            <a:endParaRPr>
              <a:solidFill>
                <a:schemeClr val="dk1"/>
              </a:solidFill>
            </a:endParaRPr>
          </a:p>
          <a:p>
            <a:pPr indent="-203765" lvl="0" marL="342900" rtl="0" algn="l">
              <a:lnSpc>
                <a:spcPct val="110000"/>
              </a:lnSpc>
              <a:spcBef>
                <a:spcPts val="1060"/>
              </a:spcBef>
              <a:spcAft>
                <a:spcPts val="0"/>
              </a:spcAft>
              <a:buSzPts val="1610"/>
              <a:buNone/>
            </a:pPr>
            <a:r>
              <a:t/>
            </a:r>
            <a:endParaRPr>
              <a:solidFill>
                <a:schemeClr val="dk1"/>
              </a:solidFill>
            </a:endParaRPr>
          </a:p>
        </p:txBody>
      </p:sp>
      <p:pic>
        <p:nvPicPr>
          <p:cNvPr id="192" name="Google Shape;192;g298065ea00b_0_42"/>
          <p:cNvPicPr preferRelativeResize="0"/>
          <p:nvPr/>
        </p:nvPicPr>
        <p:blipFill rotWithShape="1">
          <a:blip r:embed="rId3">
            <a:alphaModFix/>
          </a:blip>
          <a:srcRect b="0" l="0" r="0" t="0"/>
          <a:stretch/>
        </p:blipFill>
        <p:spPr>
          <a:xfrm>
            <a:off x="11233928" y="0"/>
            <a:ext cx="958052" cy="431838"/>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DividendVTI">
  <a:themeElements>
    <a:clrScheme name="Blue II">
      <a:dk1>
        <a:srgbClr val="000000"/>
      </a:dk1>
      <a:lt1>
        <a:srgbClr val="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2023-11-03T14:55:46Z</dcterms:created>
  <dc:creator>Harshita Upadhyay</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