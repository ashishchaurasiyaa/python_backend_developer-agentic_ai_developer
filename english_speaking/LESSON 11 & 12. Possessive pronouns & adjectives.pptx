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Noto Sans"/>
      <p:regular r:id="rId24"/>
      <p:bold r:id="rId25"/>
      <p:italic r:id="rId26"/>
      <p:boldItalic r:id="rId27"/>
    </p:embeddedFont>
    <p:embeddedFont>
      <p:font typeface="Gill Sans"/>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GVzd5G/soxuT7ivrJlrtHGcri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otoSans-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NotoSans-italic.fntdata"/><Relationship Id="rId25" Type="http://schemas.openxmlformats.org/officeDocument/2006/relationships/font" Target="fonts/NotoSans-bold.fntdata"/><Relationship Id="rId28" Type="http://schemas.openxmlformats.org/officeDocument/2006/relationships/font" Target="fonts/GillSans-regular.fntdata"/><Relationship Id="rId27" Type="http://schemas.openxmlformats.org/officeDocument/2006/relationships/font" Target="fonts/NotoSa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illSans-bold.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9810ef8a91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9810ef8a91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9810ef8a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29810ef8a9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9810ef8a9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29810ef8a91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9810ef8a9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29810ef8a91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9810ef8a9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29810ef8a91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9810ef8a9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29810ef8a91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9810ef8a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29810ef8a91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9810ef8a9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29810ef8a91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9810ef8a9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29810ef8a91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11" name="Shape 11"/>
        <p:cNvGrpSpPr/>
        <p:nvPr/>
      </p:nvGrpSpPr>
      <p:grpSpPr>
        <a:xfrm>
          <a:off x="0" y="0"/>
          <a:ext cx="0" cy="0"/>
          <a:chOff x="0" y="0"/>
          <a:chExt cx="0" cy="0"/>
        </a:xfrm>
      </p:grpSpPr>
      <p:sp>
        <p:nvSpPr>
          <p:cNvPr id="12" name="Google Shape;12;p14"/>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4"/>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14" name="Google Shape;14;p1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4"/>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5"/>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5"/>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26" name="Google Shape;26;p1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5"/>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29" name="Shape 29"/>
        <p:cNvGrpSpPr/>
        <p:nvPr/>
      </p:nvGrpSpPr>
      <p:grpSpPr>
        <a:xfrm>
          <a:off x="0" y="0"/>
          <a:ext cx="0" cy="0"/>
          <a:chOff x="0" y="0"/>
          <a:chExt cx="0" cy="0"/>
        </a:xfrm>
      </p:grpSpPr>
      <p:sp>
        <p:nvSpPr>
          <p:cNvPr id="30" name="Google Shape;30;p13"/>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3"/>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32" name="Google Shape;32;p1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3"/>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35" name="Shape 35"/>
        <p:cNvGrpSpPr/>
        <p:nvPr/>
      </p:nvGrpSpPr>
      <p:grpSpPr>
        <a:xfrm>
          <a:off x="0" y="0"/>
          <a:ext cx="0" cy="0"/>
          <a:chOff x="0" y="0"/>
          <a:chExt cx="0" cy="0"/>
        </a:xfrm>
      </p:grpSpPr>
      <p:sp>
        <p:nvSpPr>
          <p:cNvPr id="36" name="Google Shape;36;p16"/>
          <p:cNvSpPr txBox="1"/>
          <p:nvPr>
            <p:ph type="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6"/>
          <p:cNvSpPr txBox="1"/>
          <p:nvPr>
            <p:ph idx="1" type="body"/>
          </p:nvPr>
        </p:nvSpPr>
        <p:spPr>
          <a:xfrm>
            <a:off x="2695194" y="4352465"/>
            <a:ext cx="6801612" cy="1265082"/>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100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2000"/>
              <a:buNone/>
              <a:defRPr sz="2000">
                <a:solidFill>
                  <a:schemeClr val="lt1"/>
                </a:solidFill>
              </a:defRPr>
            </a:lvl2pPr>
            <a:lvl3pPr indent="-228600" lvl="2" marL="1371600" algn="l">
              <a:lnSpc>
                <a:spcPct val="100000"/>
              </a:lnSpc>
              <a:spcBef>
                <a:spcPts val="1000"/>
              </a:spcBef>
              <a:spcAft>
                <a:spcPts val="0"/>
              </a:spcAft>
              <a:buSzPts val="1800"/>
              <a:buNone/>
              <a:defRPr sz="1800">
                <a:solidFill>
                  <a:schemeClr val="lt1"/>
                </a:solidFill>
              </a:defRPr>
            </a:lvl3pPr>
            <a:lvl4pPr indent="-228600" lvl="3" marL="1828800" algn="l">
              <a:lnSpc>
                <a:spcPct val="100000"/>
              </a:lnSpc>
              <a:spcBef>
                <a:spcPts val="1000"/>
              </a:spcBef>
              <a:spcAft>
                <a:spcPts val="0"/>
              </a:spcAft>
              <a:buSzPts val="1600"/>
              <a:buNone/>
              <a:defRPr sz="1600">
                <a:solidFill>
                  <a:schemeClr val="lt1"/>
                </a:solidFill>
              </a:defRPr>
            </a:lvl4pPr>
            <a:lvl5pPr indent="-228600" lvl="4" marL="2286000" algn="l">
              <a:lnSpc>
                <a:spcPct val="100000"/>
              </a:lnSpc>
              <a:spcBef>
                <a:spcPts val="1000"/>
              </a:spcBef>
              <a:spcAft>
                <a:spcPts val="0"/>
              </a:spcAft>
              <a:buSzPts val="1600"/>
              <a:buNone/>
              <a:defRPr sz="1600">
                <a:solidFill>
                  <a:schemeClr val="lt1"/>
                </a:solidFill>
              </a:defRPr>
            </a:lvl5pPr>
            <a:lvl6pPr indent="-228600" lvl="5" marL="2743200" algn="l">
              <a:lnSpc>
                <a:spcPct val="100000"/>
              </a:lnSpc>
              <a:spcBef>
                <a:spcPts val="1000"/>
              </a:spcBef>
              <a:spcAft>
                <a:spcPts val="0"/>
              </a:spcAft>
              <a:buSzPts val="1600"/>
              <a:buNone/>
              <a:defRPr sz="1600">
                <a:solidFill>
                  <a:schemeClr val="lt1"/>
                </a:solidFill>
              </a:defRPr>
            </a:lvl6pPr>
            <a:lvl7pPr indent="-228600" lvl="6" marL="3200400" algn="l">
              <a:lnSpc>
                <a:spcPct val="100000"/>
              </a:lnSpc>
              <a:spcBef>
                <a:spcPts val="1000"/>
              </a:spcBef>
              <a:spcAft>
                <a:spcPts val="0"/>
              </a:spcAft>
              <a:buSzPts val="1600"/>
              <a:buNone/>
              <a:defRPr sz="1600">
                <a:solidFill>
                  <a:schemeClr val="lt1"/>
                </a:solidFill>
              </a:defRPr>
            </a:lvl7pPr>
            <a:lvl8pPr indent="-228600" lvl="7" marL="3657600" algn="l">
              <a:lnSpc>
                <a:spcPct val="100000"/>
              </a:lnSpc>
              <a:spcBef>
                <a:spcPts val="1000"/>
              </a:spcBef>
              <a:spcAft>
                <a:spcPts val="0"/>
              </a:spcAft>
              <a:buSzPts val="1600"/>
              <a:buNone/>
              <a:defRPr sz="1600">
                <a:solidFill>
                  <a:schemeClr val="lt1"/>
                </a:solidFill>
              </a:defRPr>
            </a:lvl8pPr>
            <a:lvl9pPr indent="-228600" lvl="8" marL="4114800" algn="l">
              <a:lnSpc>
                <a:spcPct val="100000"/>
              </a:lnSpc>
              <a:spcBef>
                <a:spcPts val="1000"/>
              </a:spcBef>
              <a:spcAft>
                <a:spcPts val="0"/>
              </a:spcAft>
              <a:buSzPts val="1600"/>
              <a:buNone/>
              <a:defRPr sz="1600">
                <a:solidFill>
                  <a:schemeClr val="lt1"/>
                </a:solidFill>
              </a:defRPr>
            </a:lvl9pPr>
          </a:lstStyle>
          <a:p/>
        </p:txBody>
      </p:sp>
      <p:sp>
        <p:nvSpPr>
          <p:cNvPr id="38" name="Google Shape;38;p1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6"/>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17"/>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7"/>
          <p:cNvSpPr txBox="1"/>
          <p:nvPr>
            <p:ph idx="1" type="body"/>
          </p:nvPr>
        </p:nvSpPr>
        <p:spPr>
          <a:xfrm>
            <a:off x="1581912" y="2638044"/>
            <a:ext cx="4271771"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4" name="Google Shape;44;p17"/>
          <p:cNvSpPr txBox="1"/>
          <p:nvPr>
            <p:ph idx="2" type="body"/>
          </p:nvPr>
        </p:nvSpPr>
        <p:spPr>
          <a:xfrm>
            <a:off x="6338315" y="2638044"/>
            <a:ext cx="4270247"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5" name="Google Shape;45;p1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18"/>
          <p:cNvSpPr txBox="1"/>
          <p:nvPr>
            <p:ph idx="1" type="body"/>
          </p:nvPr>
        </p:nvSpPr>
        <p:spPr>
          <a:xfrm>
            <a:off x="158343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chemeClr val="accent2"/>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0" name="Google Shape;50;p18"/>
          <p:cNvSpPr txBox="1"/>
          <p:nvPr>
            <p:ph idx="2" type="body"/>
          </p:nvPr>
        </p:nvSpPr>
        <p:spPr>
          <a:xfrm>
            <a:off x="1583436" y="3143250"/>
            <a:ext cx="4270248"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1" name="Google Shape;51;p18"/>
          <p:cNvSpPr txBox="1"/>
          <p:nvPr>
            <p:ph idx="3" type="body"/>
          </p:nvPr>
        </p:nvSpPr>
        <p:spPr>
          <a:xfrm>
            <a:off x="6338316" y="3143250"/>
            <a:ext cx="4253484"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30200" lvl="4" marL="2286000" algn="l">
              <a:lnSpc>
                <a:spcPct val="100000"/>
              </a:lnSpc>
              <a:spcBef>
                <a:spcPts val="1000"/>
              </a:spcBef>
              <a:spcAft>
                <a:spcPts val="0"/>
              </a:spcAft>
              <a:buSzPts val="16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2" name="Google Shape;52;p18"/>
          <p:cNvSpPr txBox="1"/>
          <p:nvPr>
            <p:ph idx="4" type="body"/>
          </p:nvPr>
        </p:nvSpPr>
        <p:spPr>
          <a:xfrm>
            <a:off x="633831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chemeClr val="accent2"/>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3" name="Google Shape;53;p18"/>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8"/>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6" name="Google Shape;56;p18"/>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19"/>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9"/>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20"/>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0"/>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21"/>
          <p:cNvSpPr/>
          <p:nvPr/>
        </p:nvSpPr>
        <p:spPr>
          <a:xfrm>
            <a:off x="0" y="0"/>
            <a:ext cx="6096000"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1"/>
          <p:cNvSpPr txBox="1"/>
          <p:nvPr>
            <p:ph type="title"/>
          </p:nvPr>
        </p:nvSpPr>
        <p:spPr>
          <a:xfrm>
            <a:off x="804672" y="2243828"/>
            <a:ext cx="4486656"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21"/>
          <p:cNvSpPr txBox="1"/>
          <p:nvPr>
            <p:ph idx="1" type="body"/>
          </p:nvPr>
        </p:nvSpPr>
        <p:spPr>
          <a:xfrm>
            <a:off x="6736080" y="804672"/>
            <a:ext cx="4815840" cy="5248656"/>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1000"/>
              </a:spcBef>
              <a:spcAft>
                <a:spcPts val="0"/>
              </a:spcAft>
              <a:buSzPts val="1900"/>
              <a:buChar char="•"/>
              <a:defRPr sz="1900">
                <a:solidFill>
                  <a:schemeClr val="dk1"/>
                </a:solidFill>
              </a:defRPr>
            </a:lvl1pPr>
            <a:lvl2pPr indent="-330200" lvl="1" marL="914400" algn="l">
              <a:lnSpc>
                <a:spcPct val="100000"/>
              </a:lnSpc>
              <a:spcBef>
                <a:spcPts val="1000"/>
              </a:spcBef>
              <a:spcAft>
                <a:spcPts val="0"/>
              </a:spcAft>
              <a:buSzPts val="1600"/>
              <a:buChar char="•"/>
              <a:defRPr sz="1600">
                <a:solidFill>
                  <a:schemeClr val="dk1"/>
                </a:solidFill>
              </a:defRPr>
            </a:lvl2pPr>
            <a:lvl3pPr indent="-330200" lvl="2" marL="1371600" algn="l">
              <a:lnSpc>
                <a:spcPct val="100000"/>
              </a:lnSpc>
              <a:spcBef>
                <a:spcPts val="1000"/>
              </a:spcBef>
              <a:spcAft>
                <a:spcPts val="0"/>
              </a:spcAft>
              <a:buSzPts val="1600"/>
              <a:buChar char="•"/>
              <a:defRPr sz="1600">
                <a:solidFill>
                  <a:schemeClr val="dk1"/>
                </a:solidFill>
              </a:defRPr>
            </a:lvl3pPr>
            <a:lvl4pPr indent="-330200" lvl="3" marL="1828800" algn="l">
              <a:lnSpc>
                <a:spcPct val="100000"/>
              </a:lnSpc>
              <a:spcBef>
                <a:spcPts val="1000"/>
              </a:spcBef>
              <a:spcAft>
                <a:spcPts val="0"/>
              </a:spcAft>
              <a:buSzPts val="1600"/>
              <a:buChar char="•"/>
              <a:defRPr sz="1600">
                <a:solidFill>
                  <a:schemeClr val="dk1"/>
                </a:solidFill>
              </a:defRPr>
            </a:lvl4pPr>
            <a:lvl5pPr indent="-330200" lvl="4" marL="2286000" algn="l">
              <a:lnSpc>
                <a:spcPct val="100000"/>
              </a:lnSpc>
              <a:spcBef>
                <a:spcPts val="1000"/>
              </a:spcBef>
              <a:spcAft>
                <a:spcPts val="0"/>
              </a:spcAft>
              <a:buSzPts val="1600"/>
              <a:buChar char="•"/>
              <a:defRPr sz="1600">
                <a:solidFill>
                  <a:schemeClr val="dk1"/>
                </a:solidFill>
              </a:defRPr>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70" name="Google Shape;70;p21"/>
          <p:cNvSpPr txBox="1"/>
          <p:nvPr>
            <p:ph idx="2" type="body"/>
          </p:nvPr>
        </p:nvSpPr>
        <p:spPr>
          <a:xfrm>
            <a:off x="1115568" y="3549918"/>
            <a:ext cx="3794760" cy="2194036"/>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71" name="Google Shape;71;p2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804672" y="6236208"/>
            <a:ext cx="5167503"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22"/>
          <p:cNvSpPr/>
          <p:nvPr/>
        </p:nvSpPr>
        <p:spPr>
          <a:xfrm>
            <a:off x="0" y="0"/>
            <a:ext cx="6095999"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2"/>
          <p:cNvSpPr txBox="1"/>
          <p:nvPr>
            <p:ph type="title"/>
          </p:nvPr>
        </p:nvSpPr>
        <p:spPr>
          <a:xfrm>
            <a:off x="808523" y="2243828"/>
            <a:ext cx="4494998" cy="113464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2"/>
          <p:cNvSpPr/>
          <p:nvPr>
            <p:ph idx="2" type="pic"/>
          </p:nvPr>
        </p:nvSpPr>
        <p:spPr>
          <a:xfrm>
            <a:off x="6095999" y="0"/>
            <a:ext cx="6102097" cy="6858000"/>
          </a:xfrm>
          <a:prstGeom prst="rect">
            <a:avLst/>
          </a:prstGeom>
          <a:solidFill>
            <a:srgbClr val="BFBFBF"/>
          </a:solidFill>
          <a:ln>
            <a:noFill/>
          </a:ln>
        </p:spPr>
      </p:sp>
      <p:sp>
        <p:nvSpPr>
          <p:cNvPr id="78" name="Google Shape;78;p22"/>
          <p:cNvSpPr txBox="1"/>
          <p:nvPr>
            <p:ph idx="1" type="body"/>
          </p:nvPr>
        </p:nvSpPr>
        <p:spPr>
          <a:xfrm>
            <a:off x="1115568" y="3549918"/>
            <a:ext cx="3794760" cy="2194037"/>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79" name="Google Shape;79;p2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2"/>
          <p:cNvSpPr txBox="1"/>
          <p:nvPr>
            <p:ph idx="11" type="ftr"/>
          </p:nvPr>
        </p:nvSpPr>
        <p:spPr>
          <a:xfrm>
            <a:off x="808523" y="6236208"/>
            <a:ext cx="510372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2"/>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23"/>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23"/>
          <p:cNvSpPr txBox="1"/>
          <p:nvPr>
            <p:ph idx="1" type="body"/>
          </p:nvPr>
        </p:nvSpPr>
        <p:spPr>
          <a:xfrm rot="5400000">
            <a:off x="4545009" y="324172"/>
            <a:ext cx="3101983" cy="772972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85" name="Google Shape;85;p2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3"/>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24"/>
          <p:cNvSpPr txBox="1"/>
          <p:nvPr>
            <p:ph type="title"/>
          </p:nvPr>
        </p:nvSpPr>
        <p:spPr>
          <a:xfrm rot="5400000">
            <a:off x="6810676" y="2779696"/>
            <a:ext cx="4983480" cy="1298608"/>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24"/>
          <p:cNvSpPr txBox="1"/>
          <p:nvPr>
            <p:ph idx="1" type="body"/>
          </p:nvPr>
        </p:nvSpPr>
        <p:spPr>
          <a:xfrm rot="5400000">
            <a:off x="2838641" y="329756"/>
            <a:ext cx="4983480" cy="619848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1" name="Google Shape;91;p2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4"/>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2231136" y="964692"/>
            <a:ext cx="7729728" cy="1188720"/>
          </a:xfrm>
          <a:prstGeom prst="rect">
            <a:avLst/>
          </a:prstGeom>
          <a:solidFill>
            <a:schemeClr val="dk1"/>
          </a:solidFill>
          <a:ln cap="sq" cmpd="sng" w="31750">
            <a:solidFill>
              <a:srgbClr val="FEFEFE"/>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FEFEFE"/>
              </a:buClr>
              <a:buSzPts val="2800"/>
              <a:buFont typeface="Gill Sans"/>
              <a:buNone/>
              <a:defRPr b="0" i="0" sz="2800" u="none" cap="none" strike="noStrike">
                <a:solidFill>
                  <a:srgbClr val="FEFEFE"/>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FEFEFE"/>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9pPr>
          </a:lstStyle>
          <a:p/>
        </p:txBody>
      </p:sp>
      <p:sp>
        <p:nvSpPr>
          <p:cNvPr id="8" name="Google Shape;8;p1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9" name="Google Shape;9;p12"/>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10" name="Google Shape;10;p12"/>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marR="0" rtl="0" algn="ctr">
              <a:spcBef>
                <a:spcPts val="0"/>
              </a:spcBef>
              <a:buNone/>
              <a:defRPr b="0" i="0" sz="1100" u="none" cap="none" strike="noStrike">
                <a:solidFill>
                  <a:srgbClr val="FFFFFF"/>
                </a:solidFill>
                <a:latin typeface="Gill Sans"/>
                <a:ea typeface="Gill Sans"/>
                <a:cs typeface="Gill Sans"/>
                <a:sym typeface="Gill Sans"/>
              </a:defRPr>
            </a:lvl1pPr>
            <a:lvl2pPr indent="0" lvl="1" marL="0" marR="0" rtl="0" algn="ctr">
              <a:spcBef>
                <a:spcPts val="0"/>
              </a:spcBef>
              <a:buNone/>
              <a:defRPr b="0" i="0" sz="1100" u="none" cap="none" strike="noStrike">
                <a:solidFill>
                  <a:srgbClr val="FFFFFF"/>
                </a:solidFill>
                <a:latin typeface="Gill Sans"/>
                <a:ea typeface="Gill Sans"/>
                <a:cs typeface="Gill Sans"/>
                <a:sym typeface="Gill Sans"/>
              </a:defRPr>
            </a:lvl2pPr>
            <a:lvl3pPr indent="0" lvl="2" marL="0" marR="0" rtl="0" algn="ctr">
              <a:spcBef>
                <a:spcPts val="0"/>
              </a:spcBef>
              <a:buNone/>
              <a:defRPr b="0" i="0" sz="1100" u="none" cap="none" strike="noStrike">
                <a:solidFill>
                  <a:srgbClr val="FFFFFF"/>
                </a:solidFill>
                <a:latin typeface="Gill Sans"/>
                <a:ea typeface="Gill Sans"/>
                <a:cs typeface="Gill Sans"/>
                <a:sym typeface="Gill Sans"/>
              </a:defRPr>
            </a:lvl3pPr>
            <a:lvl4pPr indent="0" lvl="3" marL="0" marR="0" rtl="0" algn="ctr">
              <a:spcBef>
                <a:spcPts val="0"/>
              </a:spcBef>
              <a:buNone/>
              <a:defRPr b="0" i="0" sz="1100" u="none" cap="none" strike="noStrike">
                <a:solidFill>
                  <a:srgbClr val="FFFFFF"/>
                </a:solidFill>
                <a:latin typeface="Gill Sans"/>
                <a:ea typeface="Gill Sans"/>
                <a:cs typeface="Gill Sans"/>
                <a:sym typeface="Gill Sans"/>
              </a:defRPr>
            </a:lvl4pPr>
            <a:lvl5pPr indent="0" lvl="4" marL="0" marR="0" rtl="0" algn="ctr">
              <a:spcBef>
                <a:spcPts val="0"/>
              </a:spcBef>
              <a:buNone/>
              <a:defRPr b="0" i="0" sz="1100" u="none" cap="none" strike="noStrike">
                <a:solidFill>
                  <a:srgbClr val="FFFFFF"/>
                </a:solidFill>
                <a:latin typeface="Gill Sans"/>
                <a:ea typeface="Gill Sans"/>
                <a:cs typeface="Gill Sans"/>
                <a:sym typeface="Gill Sans"/>
              </a:defRPr>
            </a:lvl5pPr>
            <a:lvl6pPr indent="0" lvl="5" marL="0" marR="0" rtl="0" algn="ctr">
              <a:spcBef>
                <a:spcPts val="0"/>
              </a:spcBef>
              <a:buNone/>
              <a:defRPr b="0" i="0" sz="1100" u="none" cap="none" strike="noStrike">
                <a:solidFill>
                  <a:srgbClr val="FFFFFF"/>
                </a:solidFill>
                <a:latin typeface="Gill Sans"/>
                <a:ea typeface="Gill Sans"/>
                <a:cs typeface="Gill Sans"/>
                <a:sym typeface="Gill Sans"/>
              </a:defRPr>
            </a:lvl6pPr>
            <a:lvl7pPr indent="0" lvl="6" marL="0" marR="0" rtl="0" algn="ctr">
              <a:spcBef>
                <a:spcPts val="0"/>
              </a:spcBef>
              <a:buNone/>
              <a:defRPr b="0" i="0" sz="1100" u="none" cap="none" strike="noStrike">
                <a:solidFill>
                  <a:srgbClr val="FFFFFF"/>
                </a:solidFill>
                <a:latin typeface="Gill Sans"/>
                <a:ea typeface="Gill Sans"/>
                <a:cs typeface="Gill Sans"/>
                <a:sym typeface="Gill Sans"/>
              </a:defRPr>
            </a:lvl7pPr>
            <a:lvl8pPr indent="0" lvl="7" marL="0" marR="0" rtl="0" algn="ctr">
              <a:spcBef>
                <a:spcPts val="0"/>
              </a:spcBef>
              <a:buNone/>
              <a:defRPr b="0" i="0" sz="1100" u="none" cap="none" strike="noStrike">
                <a:solidFill>
                  <a:srgbClr val="FFFFFF"/>
                </a:solidFill>
                <a:latin typeface="Gill Sans"/>
                <a:ea typeface="Gill Sans"/>
                <a:cs typeface="Gill Sans"/>
                <a:sym typeface="Gill Sans"/>
              </a:defRPr>
            </a:lvl8pPr>
            <a:lvl9pPr indent="0" lvl="8" marL="0" marR="0" rtl="0" algn="ctr">
              <a:spcBef>
                <a:spcPts val="0"/>
              </a:spcBef>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 name="Shape 17"/>
        <p:cNvGrpSpPr/>
        <p:nvPr/>
      </p:nvGrpSpPr>
      <p:grpSpPr>
        <a:xfrm>
          <a:off x="0" y="0"/>
          <a:ext cx="0" cy="0"/>
          <a:chOff x="0" y="0"/>
          <a:chExt cx="0" cy="0"/>
        </a:xfrm>
      </p:grpSpPr>
      <p:sp>
        <p:nvSpPr>
          <p:cNvPr id="18" name="Google Shape;18;p11"/>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11"/>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9pPr>
          </a:lstStyle>
          <a:p/>
        </p:txBody>
      </p:sp>
      <p:sp>
        <p:nvSpPr>
          <p:cNvPr id="20" name="Google Shape;20;p1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1" name="Google Shape;21;p11"/>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2" name="Google Shape;22;p11"/>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marR="0" rtl="0" algn="ctr">
              <a:spcBef>
                <a:spcPts val="0"/>
              </a:spcBef>
              <a:buNone/>
              <a:defRPr b="0" i="0" sz="1100" u="none" cap="none" strike="noStrike">
                <a:solidFill>
                  <a:srgbClr val="FFFFFF"/>
                </a:solidFill>
                <a:latin typeface="Gill Sans"/>
                <a:ea typeface="Gill Sans"/>
                <a:cs typeface="Gill Sans"/>
                <a:sym typeface="Gill Sans"/>
              </a:defRPr>
            </a:lvl1pPr>
            <a:lvl2pPr indent="0" lvl="1" marL="0" marR="0" rtl="0" algn="ctr">
              <a:spcBef>
                <a:spcPts val="0"/>
              </a:spcBef>
              <a:buNone/>
              <a:defRPr b="0" i="0" sz="1100" u="none" cap="none" strike="noStrike">
                <a:solidFill>
                  <a:srgbClr val="FFFFFF"/>
                </a:solidFill>
                <a:latin typeface="Gill Sans"/>
                <a:ea typeface="Gill Sans"/>
                <a:cs typeface="Gill Sans"/>
                <a:sym typeface="Gill Sans"/>
              </a:defRPr>
            </a:lvl2pPr>
            <a:lvl3pPr indent="0" lvl="2" marL="0" marR="0" rtl="0" algn="ctr">
              <a:spcBef>
                <a:spcPts val="0"/>
              </a:spcBef>
              <a:buNone/>
              <a:defRPr b="0" i="0" sz="1100" u="none" cap="none" strike="noStrike">
                <a:solidFill>
                  <a:srgbClr val="FFFFFF"/>
                </a:solidFill>
                <a:latin typeface="Gill Sans"/>
                <a:ea typeface="Gill Sans"/>
                <a:cs typeface="Gill Sans"/>
                <a:sym typeface="Gill Sans"/>
              </a:defRPr>
            </a:lvl3pPr>
            <a:lvl4pPr indent="0" lvl="3" marL="0" marR="0" rtl="0" algn="ctr">
              <a:spcBef>
                <a:spcPts val="0"/>
              </a:spcBef>
              <a:buNone/>
              <a:defRPr b="0" i="0" sz="1100" u="none" cap="none" strike="noStrike">
                <a:solidFill>
                  <a:srgbClr val="FFFFFF"/>
                </a:solidFill>
                <a:latin typeface="Gill Sans"/>
                <a:ea typeface="Gill Sans"/>
                <a:cs typeface="Gill Sans"/>
                <a:sym typeface="Gill Sans"/>
              </a:defRPr>
            </a:lvl4pPr>
            <a:lvl5pPr indent="0" lvl="4" marL="0" marR="0" rtl="0" algn="ctr">
              <a:spcBef>
                <a:spcPts val="0"/>
              </a:spcBef>
              <a:buNone/>
              <a:defRPr b="0" i="0" sz="1100" u="none" cap="none" strike="noStrike">
                <a:solidFill>
                  <a:srgbClr val="FFFFFF"/>
                </a:solidFill>
                <a:latin typeface="Gill Sans"/>
                <a:ea typeface="Gill Sans"/>
                <a:cs typeface="Gill Sans"/>
                <a:sym typeface="Gill Sans"/>
              </a:defRPr>
            </a:lvl5pPr>
            <a:lvl6pPr indent="0" lvl="5" marL="0" marR="0" rtl="0" algn="ctr">
              <a:spcBef>
                <a:spcPts val="0"/>
              </a:spcBef>
              <a:buNone/>
              <a:defRPr b="0" i="0" sz="1100" u="none" cap="none" strike="noStrike">
                <a:solidFill>
                  <a:srgbClr val="FFFFFF"/>
                </a:solidFill>
                <a:latin typeface="Gill Sans"/>
                <a:ea typeface="Gill Sans"/>
                <a:cs typeface="Gill Sans"/>
                <a:sym typeface="Gill Sans"/>
              </a:defRPr>
            </a:lvl6pPr>
            <a:lvl7pPr indent="0" lvl="6" marL="0" marR="0" rtl="0" algn="ctr">
              <a:spcBef>
                <a:spcPts val="0"/>
              </a:spcBef>
              <a:buNone/>
              <a:defRPr b="0" i="0" sz="1100" u="none" cap="none" strike="noStrike">
                <a:solidFill>
                  <a:srgbClr val="FFFFFF"/>
                </a:solidFill>
                <a:latin typeface="Gill Sans"/>
                <a:ea typeface="Gill Sans"/>
                <a:cs typeface="Gill Sans"/>
                <a:sym typeface="Gill Sans"/>
              </a:defRPr>
            </a:lvl7pPr>
            <a:lvl8pPr indent="0" lvl="7" marL="0" marR="0" rtl="0" algn="ctr">
              <a:spcBef>
                <a:spcPts val="0"/>
              </a:spcBef>
              <a:buNone/>
              <a:defRPr b="0" i="0" sz="1100" u="none" cap="none" strike="noStrike">
                <a:solidFill>
                  <a:srgbClr val="FFFFFF"/>
                </a:solidFill>
                <a:latin typeface="Gill Sans"/>
                <a:ea typeface="Gill Sans"/>
                <a:cs typeface="Gill Sans"/>
                <a:sym typeface="Gill Sans"/>
              </a:defRPr>
            </a:lvl8pPr>
            <a:lvl9pPr indent="0" lvl="8" marL="0" marR="0" rtl="0" algn="ctr">
              <a:spcBef>
                <a:spcPts val="0"/>
              </a:spcBef>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LESSON 11 &amp; 12</a:t>
            </a:r>
            <a:endParaRPr/>
          </a:p>
        </p:txBody>
      </p:sp>
      <p:sp>
        <p:nvSpPr>
          <p:cNvPr id="99" name="Google Shape;99;p1"/>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2000"/>
              <a:buNone/>
            </a:pPr>
            <a:r>
              <a:rPr lang="en-US"/>
              <a:t>Did you watch the lesson of Awal Sir?</a:t>
            </a:r>
            <a:endParaRPr/>
          </a:p>
          <a:p>
            <a:pPr indent="0" lvl="0" marL="0" rtl="0" algn="ctr">
              <a:lnSpc>
                <a:spcPct val="100000"/>
              </a:lnSpc>
              <a:spcBef>
                <a:spcPts val="1000"/>
              </a:spcBef>
              <a:spcAft>
                <a:spcPts val="0"/>
              </a:spcAft>
              <a:buSzPts val="2000"/>
              <a:buNone/>
            </a:pPr>
            <a:r>
              <a:t/>
            </a:r>
            <a:endParaRPr/>
          </a:p>
        </p:txBody>
      </p:sp>
      <p:pic>
        <p:nvPicPr>
          <p:cNvPr id="100" name="Google Shape;100;p1"/>
          <p:cNvPicPr preferRelativeResize="0"/>
          <p:nvPr/>
        </p:nvPicPr>
        <p:blipFill rotWithShape="1">
          <a:blip r:embed="rId3">
            <a:alphaModFix/>
          </a:blip>
          <a:srcRect b="0" l="0" r="0" t="0"/>
          <a:stretch/>
        </p:blipFill>
        <p:spPr>
          <a:xfrm>
            <a:off x="11412350" y="0"/>
            <a:ext cx="779650" cy="3514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LET’S RECAP!</a:t>
            </a:r>
            <a:endParaRPr/>
          </a:p>
        </p:txBody>
      </p:sp>
      <p:sp>
        <p:nvSpPr>
          <p:cNvPr id="106" name="Google Shape;106;p2"/>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Char char="•"/>
            </a:pPr>
            <a:r>
              <a:rPr lang="en-US"/>
              <a:t>Let’s recall what we learned in the last class. </a:t>
            </a:r>
            <a:endParaRPr/>
          </a:p>
          <a:p>
            <a:pPr indent="-228600" lvl="0" marL="228600" rtl="0" algn="l">
              <a:lnSpc>
                <a:spcPct val="100000"/>
              </a:lnSpc>
              <a:spcBef>
                <a:spcPts val="1000"/>
              </a:spcBef>
              <a:spcAft>
                <a:spcPts val="0"/>
              </a:spcAft>
              <a:buSzPts val="1800"/>
              <a:buChar char="•"/>
            </a:pPr>
            <a:r>
              <a:rPr lang="en-US"/>
              <a:t>Take a recap of the last session from the students.</a:t>
            </a:r>
            <a:endParaRPr/>
          </a:p>
          <a:p>
            <a:pPr indent="-228600" lvl="0" marL="228600" rtl="0" algn="l">
              <a:lnSpc>
                <a:spcPct val="100000"/>
              </a:lnSpc>
              <a:spcBef>
                <a:spcPts val="1000"/>
              </a:spcBef>
              <a:spcAft>
                <a:spcPts val="0"/>
              </a:spcAft>
              <a:buSzPts val="1800"/>
              <a:buChar char="•"/>
            </a:pPr>
            <a:r>
              <a:rPr lang="en-US"/>
              <a:t>Clear their doubts (if any).</a:t>
            </a:r>
            <a:endParaRPr/>
          </a:p>
          <a:p>
            <a:pPr indent="-228600" lvl="0" marL="228600" rtl="0" algn="l">
              <a:lnSpc>
                <a:spcPct val="100000"/>
              </a:lnSpc>
              <a:spcBef>
                <a:spcPts val="1000"/>
              </a:spcBef>
              <a:spcAft>
                <a:spcPts val="0"/>
              </a:spcAft>
              <a:buSzPts val="1800"/>
              <a:buChar char="•"/>
            </a:pPr>
            <a:r>
              <a:rPr lang="en-US"/>
              <a:t>Check the homework given in the previous class.</a:t>
            </a:r>
            <a:endParaRPr/>
          </a:p>
          <a:p>
            <a:pPr indent="0" lvl="0" marL="0" rtl="0" algn="l">
              <a:lnSpc>
                <a:spcPct val="100000"/>
              </a:lnSpc>
              <a:spcBef>
                <a:spcPts val="1000"/>
              </a:spcBef>
              <a:spcAft>
                <a:spcPts val="0"/>
              </a:spcAft>
              <a:buSzPts val="1800"/>
              <a:buNone/>
            </a:pPr>
            <a:r>
              <a:t/>
            </a:r>
            <a:endParaRPr/>
          </a:p>
        </p:txBody>
      </p:sp>
      <p:pic>
        <p:nvPicPr>
          <p:cNvPr id="107" name="Google Shape;107;p2"/>
          <p:cNvPicPr preferRelativeResize="0"/>
          <p:nvPr/>
        </p:nvPicPr>
        <p:blipFill rotWithShape="1">
          <a:blip r:embed="rId3">
            <a:alphaModFix/>
          </a:blip>
          <a:srcRect b="0" l="0" r="0" t="0"/>
          <a:stretch/>
        </p:blipFill>
        <p:spPr>
          <a:xfrm>
            <a:off x="11412350" y="0"/>
            <a:ext cx="779650" cy="3514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343541"/>
              </a:buClr>
              <a:buSzPct val="100000"/>
              <a:buFont typeface="Arial"/>
              <a:buNone/>
            </a:pPr>
            <a:r>
              <a:rPr b="0" i="0" lang="en-US">
                <a:solidFill>
                  <a:srgbClr val="343541"/>
                </a:solidFill>
                <a:latin typeface="Arial"/>
                <a:ea typeface="Arial"/>
                <a:cs typeface="Arial"/>
                <a:sym typeface="Arial"/>
              </a:rPr>
              <a:t>USE OF MY/ MINE, WHO’S /WHOSE, HERS/ HIS, YOURS/ THEIRS, OURS </a:t>
            </a:r>
            <a:br>
              <a:rPr lang="en-US"/>
            </a:br>
            <a:endParaRPr/>
          </a:p>
        </p:txBody>
      </p:sp>
      <p:sp>
        <p:nvSpPr>
          <p:cNvPr id="113" name="Google Shape;113;p3"/>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Char char="•"/>
            </a:pPr>
            <a:r>
              <a:rPr b="0" i="0" lang="en-US">
                <a:solidFill>
                  <a:srgbClr val="374151"/>
                </a:solidFill>
                <a:latin typeface="Arial"/>
                <a:ea typeface="Arial"/>
                <a:cs typeface="Arial"/>
                <a:sym typeface="Arial"/>
              </a:rPr>
              <a:t>Introduction: In today's lesson, we will learn about possessive pronouns. Possessive pronouns show ownership or possession of something. They help us talk about what belongs to us or to others. Let's explore some common possessive pronouns and how to use them in sentences.</a:t>
            </a:r>
            <a:endParaRPr/>
          </a:p>
        </p:txBody>
      </p:sp>
      <p:pic>
        <p:nvPicPr>
          <p:cNvPr id="114" name="Google Shape;114;p3"/>
          <p:cNvPicPr preferRelativeResize="0"/>
          <p:nvPr/>
        </p:nvPicPr>
        <p:blipFill rotWithShape="1">
          <a:blip r:embed="rId3">
            <a:alphaModFix/>
          </a:blip>
          <a:srcRect b="0" l="0" r="0" t="0"/>
          <a:stretch/>
        </p:blipFill>
        <p:spPr>
          <a:xfrm>
            <a:off x="11412350" y="0"/>
            <a:ext cx="779650" cy="3514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MY/MINE:</a:t>
            </a:r>
            <a:br>
              <a:rPr b="0" i="0" lang="en-US">
                <a:solidFill>
                  <a:srgbClr val="374151"/>
                </a:solidFill>
                <a:latin typeface="Arial"/>
                <a:ea typeface="Arial"/>
                <a:cs typeface="Arial"/>
                <a:sym typeface="Arial"/>
              </a:rPr>
            </a:br>
            <a:endParaRPr/>
          </a:p>
        </p:txBody>
      </p:sp>
      <p:sp>
        <p:nvSpPr>
          <p:cNvPr id="120" name="Google Shape;120;p4"/>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Char char="•"/>
            </a:pPr>
            <a:r>
              <a:rPr b="0" i="0" lang="en-US">
                <a:solidFill>
                  <a:srgbClr val="374151"/>
                </a:solidFill>
                <a:latin typeface="Arial"/>
                <a:ea typeface="Arial"/>
                <a:cs typeface="Arial"/>
                <a:sym typeface="Arial"/>
              </a:rPr>
              <a:t>Meaning: "My" shows ownership of something. "Mine" is used when we want to emphasize that something belongs to us.</a:t>
            </a:r>
            <a:endParaRPr/>
          </a:p>
          <a:p>
            <a:pPr indent="-228600" lvl="0" marL="228600" rtl="0" algn="l">
              <a:lnSpc>
                <a:spcPct val="100000"/>
              </a:lnSpc>
              <a:spcBef>
                <a:spcPts val="1000"/>
              </a:spcBef>
              <a:spcAft>
                <a:spcPts val="0"/>
              </a:spcAft>
              <a:buSzPts val="1800"/>
              <a:buFont typeface="Arial"/>
              <a:buChar char="•"/>
            </a:pPr>
            <a:r>
              <a:rPr b="0" i="0" lang="en-US">
                <a:solidFill>
                  <a:srgbClr val="374151"/>
                </a:solidFill>
                <a:latin typeface="Arial"/>
                <a:ea typeface="Arial"/>
                <a:cs typeface="Arial"/>
                <a:sym typeface="Arial"/>
              </a:rPr>
              <a:t>Examples:</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This is my book.</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The blue backpack is mine.</a:t>
            </a:r>
            <a:endParaRPr/>
          </a:p>
          <a:p>
            <a:pPr indent="-114300" lvl="0" marL="228600" rtl="0" algn="l">
              <a:lnSpc>
                <a:spcPct val="100000"/>
              </a:lnSpc>
              <a:spcBef>
                <a:spcPts val="1000"/>
              </a:spcBef>
              <a:spcAft>
                <a:spcPts val="0"/>
              </a:spcAft>
              <a:buSzPts val="1800"/>
              <a:buNone/>
            </a:pPr>
            <a:r>
              <a:t/>
            </a:r>
            <a:endParaRPr/>
          </a:p>
        </p:txBody>
      </p:sp>
      <p:pic>
        <p:nvPicPr>
          <p:cNvPr id="121" name="Google Shape;121;p4"/>
          <p:cNvPicPr preferRelativeResize="0"/>
          <p:nvPr/>
        </p:nvPicPr>
        <p:blipFill rotWithShape="1">
          <a:blip r:embed="rId3">
            <a:alphaModFix/>
          </a:blip>
          <a:srcRect b="0" l="0" r="0" t="0"/>
          <a:stretch/>
        </p:blipFill>
        <p:spPr>
          <a:xfrm>
            <a:off x="11412350" y="0"/>
            <a:ext cx="779650" cy="3514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5"/>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WHO’S/WHOSE:</a:t>
            </a:r>
            <a:br>
              <a:rPr b="0" i="0" lang="en-US">
                <a:solidFill>
                  <a:srgbClr val="374151"/>
                </a:solidFill>
                <a:latin typeface="Arial"/>
                <a:ea typeface="Arial"/>
                <a:cs typeface="Arial"/>
                <a:sym typeface="Arial"/>
              </a:rPr>
            </a:br>
            <a:endParaRPr/>
          </a:p>
        </p:txBody>
      </p:sp>
      <p:sp>
        <p:nvSpPr>
          <p:cNvPr id="127" name="Google Shape;127;p5"/>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Font typeface="Arial"/>
              <a:buChar char="•"/>
            </a:pPr>
            <a:r>
              <a:rPr b="0" i="0" lang="en-US">
                <a:solidFill>
                  <a:srgbClr val="374151"/>
                </a:solidFill>
                <a:latin typeface="Arial"/>
                <a:ea typeface="Arial"/>
                <a:cs typeface="Arial"/>
                <a:sym typeface="Arial"/>
              </a:rPr>
              <a:t>Meaning: "Who’s" is a contraction of "who is" or "who has". "Whose" is used to ask about ownership.</a:t>
            </a:r>
            <a:endParaRPr/>
          </a:p>
          <a:p>
            <a:pPr indent="-228600" lvl="0" marL="228600" rtl="0" algn="l">
              <a:lnSpc>
                <a:spcPct val="100000"/>
              </a:lnSpc>
              <a:spcBef>
                <a:spcPts val="1000"/>
              </a:spcBef>
              <a:spcAft>
                <a:spcPts val="0"/>
              </a:spcAft>
              <a:buSzPts val="1800"/>
              <a:buFont typeface="Arial"/>
              <a:buChar char="•"/>
            </a:pPr>
            <a:r>
              <a:rPr b="0" i="0" lang="en-US">
                <a:solidFill>
                  <a:srgbClr val="374151"/>
                </a:solidFill>
                <a:latin typeface="Arial"/>
                <a:ea typeface="Arial"/>
                <a:cs typeface="Arial"/>
                <a:sym typeface="Arial"/>
              </a:rPr>
              <a:t>Examples:</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Who’s coming to the party?</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Whose notebook is this?</a:t>
            </a:r>
            <a:endParaRPr/>
          </a:p>
          <a:p>
            <a:pPr indent="-114300" lvl="0" marL="228600" rtl="0" algn="l">
              <a:lnSpc>
                <a:spcPct val="100000"/>
              </a:lnSpc>
              <a:spcBef>
                <a:spcPts val="1000"/>
              </a:spcBef>
              <a:spcAft>
                <a:spcPts val="0"/>
              </a:spcAft>
              <a:buSzPts val="1800"/>
              <a:buNone/>
            </a:pPr>
            <a:r>
              <a:t/>
            </a:r>
            <a:endParaRPr/>
          </a:p>
        </p:txBody>
      </p:sp>
      <p:pic>
        <p:nvPicPr>
          <p:cNvPr id="128" name="Google Shape;128;p5"/>
          <p:cNvPicPr preferRelativeResize="0"/>
          <p:nvPr/>
        </p:nvPicPr>
        <p:blipFill rotWithShape="1">
          <a:blip r:embed="rId3">
            <a:alphaModFix/>
          </a:blip>
          <a:srcRect b="0" l="0" r="0" t="0"/>
          <a:stretch/>
        </p:blipFill>
        <p:spPr>
          <a:xfrm>
            <a:off x="11412350" y="0"/>
            <a:ext cx="779650" cy="3514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HERS/HIS:</a:t>
            </a:r>
            <a:br>
              <a:rPr b="0" i="0" lang="en-US">
                <a:solidFill>
                  <a:srgbClr val="374151"/>
                </a:solidFill>
                <a:latin typeface="Arial"/>
                <a:ea typeface="Arial"/>
                <a:cs typeface="Arial"/>
                <a:sym typeface="Arial"/>
              </a:rPr>
            </a:br>
            <a:endParaRPr/>
          </a:p>
        </p:txBody>
      </p:sp>
      <p:sp>
        <p:nvSpPr>
          <p:cNvPr id="134" name="Google Shape;134;p6"/>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Font typeface="Arial"/>
              <a:buChar char="•"/>
            </a:pPr>
            <a:r>
              <a:rPr b="0" i="0" lang="en-US">
                <a:solidFill>
                  <a:srgbClr val="374151"/>
                </a:solidFill>
                <a:latin typeface="Arial"/>
                <a:ea typeface="Arial"/>
                <a:cs typeface="Arial"/>
                <a:sym typeface="Arial"/>
              </a:rPr>
              <a:t>Meaning: "Hers" shows ownership for a female, and "his" shows ownership for a male.</a:t>
            </a:r>
            <a:endParaRPr/>
          </a:p>
          <a:p>
            <a:pPr indent="-228600" lvl="0" marL="228600" rtl="0" algn="l">
              <a:lnSpc>
                <a:spcPct val="100000"/>
              </a:lnSpc>
              <a:spcBef>
                <a:spcPts val="1000"/>
              </a:spcBef>
              <a:spcAft>
                <a:spcPts val="0"/>
              </a:spcAft>
              <a:buSzPts val="1800"/>
              <a:buFont typeface="Arial"/>
              <a:buChar char="•"/>
            </a:pPr>
            <a:r>
              <a:rPr b="0" i="0" lang="en-US">
                <a:solidFill>
                  <a:srgbClr val="374151"/>
                </a:solidFill>
                <a:latin typeface="Arial"/>
                <a:ea typeface="Arial"/>
                <a:cs typeface="Arial"/>
                <a:sym typeface="Arial"/>
              </a:rPr>
              <a:t>Examples:</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The pink dress is hers.</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His hat is on the table.</a:t>
            </a:r>
            <a:endParaRPr/>
          </a:p>
          <a:p>
            <a:pPr indent="-114300" lvl="0" marL="228600" rtl="0" algn="l">
              <a:lnSpc>
                <a:spcPct val="100000"/>
              </a:lnSpc>
              <a:spcBef>
                <a:spcPts val="1000"/>
              </a:spcBef>
              <a:spcAft>
                <a:spcPts val="0"/>
              </a:spcAft>
              <a:buSzPts val="1800"/>
              <a:buNone/>
            </a:pPr>
            <a:r>
              <a:t/>
            </a:r>
            <a:endParaRPr/>
          </a:p>
        </p:txBody>
      </p:sp>
      <p:pic>
        <p:nvPicPr>
          <p:cNvPr id="135" name="Google Shape;135;p6"/>
          <p:cNvPicPr preferRelativeResize="0"/>
          <p:nvPr/>
        </p:nvPicPr>
        <p:blipFill rotWithShape="1">
          <a:blip r:embed="rId3">
            <a:alphaModFix/>
          </a:blip>
          <a:srcRect b="0" l="0" r="0" t="0"/>
          <a:stretch/>
        </p:blipFill>
        <p:spPr>
          <a:xfrm>
            <a:off x="11412350" y="0"/>
            <a:ext cx="779650" cy="3514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YOURS/THEIRS:</a:t>
            </a:r>
            <a:br>
              <a:rPr b="0" i="0" lang="en-US">
                <a:solidFill>
                  <a:srgbClr val="374151"/>
                </a:solidFill>
                <a:latin typeface="Arial"/>
                <a:ea typeface="Arial"/>
                <a:cs typeface="Arial"/>
                <a:sym typeface="Arial"/>
              </a:rPr>
            </a:br>
            <a:endParaRPr/>
          </a:p>
        </p:txBody>
      </p:sp>
      <p:sp>
        <p:nvSpPr>
          <p:cNvPr id="141" name="Google Shape;141;p7"/>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Font typeface="Arial"/>
              <a:buChar char="•"/>
            </a:pPr>
            <a:r>
              <a:rPr b="0" i="0" lang="en-US">
                <a:solidFill>
                  <a:srgbClr val="374151"/>
                </a:solidFill>
                <a:latin typeface="Arial"/>
                <a:ea typeface="Arial"/>
                <a:cs typeface="Arial"/>
                <a:sym typeface="Arial"/>
              </a:rPr>
              <a:t>Meaning: "Yours" shows ownership for one person, and "theirs" shows ownership for more than one person.</a:t>
            </a:r>
            <a:endParaRPr/>
          </a:p>
          <a:p>
            <a:pPr indent="-228600" lvl="0" marL="228600" rtl="0" algn="l">
              <a:lnSpc>
                <a:spcPct val="100000"/>
              </a:lnSpc>
              <a:spcBef>
                <a:spcPts val="1000"/>
              </a:spcBef>
              <a:spcAft>
                <a:spcPts val="0"/>
              </a:spcAft>
              <a:buSzPts val="1800"/>
              <a:buFont typeface="Arial"/>
              <a:buChar char="•"/>
            </a:pPr>
            <a:r>
              <a:rPr b="0" i="0" lang="en-US">
                <a:solidFill>
                  <a:srgbClr val="374151"/>
                </a:solidFill>
                <a:latin typeface="Arial"/>
                <a:ea typeface="Arial"/>
                <a:cs typeface="Arial"/>
                <a:sym typeface="Arial"/>
              </a:rPr>
              <a:t>Examples:</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Is this pen yours?</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The red car is theirs.</a:t>
            </a:r>
            <a:endParaRPr/>
          </a:p>
          <a:p>
            <a:pPr indent="-114300" lvl="0" marL="228600" rtl="0" algn="l">
              <a:lnSpc>
                <a:spcPct val="100000"/>
              </a:lnSpc>
              <a:spcBef>
                <a:spcPts val="1000"/>
              </a:spcBef>
              <a:spcAft>
                <a:spcPts val="0"/>
              </a:spcAft>
              <a:buSzPts val="1800"/>
              <a:buNone/>
            </a:pPr>
            <a:r>
              <a:t/>
            </a:r>
            <a:endParaRPr/>
          </a:p>
        </p:txBody>
      </p:sp>
      <p:pic>
        <p:nvPicPr>
          <p:cNvPr id="142" name="Google Shape;142;p7"/>
          <p:cNvPicPr preferRelativeResize="0"/>
          <p:nvPr/>
        </p:nvPicPr>
        <p:blipFill rotWithShape="1">
          <a:blip r:embed="rId3">
            <a:alphaModFix/>
          </a:blip>
          <a:srcRect b="0" l="0" r="0" t="0"/>
          <a:stretch/>
        </p:blipFill>
        <p:spPr>
          <a:xfrm>
            <a:off x="11412350" y="0"/>
            <a:ext cx="779650" cy="3514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8"/>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OURS:</a:t>
            </a:r>
            <a:br>
              <a:rPr b="0" i="0" lang="en-US">
                <a:solidFill>
                  <a:srgbClr val="374151"/>
                </a:solidFill>
                <a:latin typeface="Arial"/>
                <a:ea typeface="Arial"/>
                <a:cs typeface="Arial"/>
                <a:sym typeface="Arial"/>
              </a:rPr>
            </a:br>
            <a:endParaRPr/>
          </a:p>
        </p:txBody>
      </p:sp>
      <p:sp>
        <p:nvSpPr>
          <p:cNvPr id="148" name="Google Shape;148;p8"/>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Font typeface="Arial"/>
              <a:buChar char="•"/>
            </a:pPr>
            <a:r>
              <a:rPr b="0" i="0" lang="en-US">
                <a:solidFill>
                  <a:srgbClr val="374151"/>
                </a:solidFill>
                <a:latin typeface="Arial"/>
                <a:ea typeface="Arial"/>
                <a:cs typeface="Arial"/>
                <a:sym typeface="Arial"/>
              </a:rPr>
              <a:t>Meaning: "Ours" shows ownership for a group or collective.</a:t>
            </a:r>
            <a:endParaRPr/>
          </a:p>
          <a:p>
            <a:pPr indent="-228600" lvl="0" marL="228600" rtl="0" algn="l">
              <a:lnSpc>
                <a:spcPct val="100000"/>
              </a:lnSpc>
              <a:spcBef>
                <a:spcPts val="1000"/>
              </a:spcBef>
              <a:spcAft>
                <a:spcPts val="0"/>
              </a:spcAft>
              <a:buSzPts val="1800"/>
              <a:buFont typeface="Arial"/>
              <a:buChar char="•"/>
            </a:pPr>
            <a:r>
              <a:rPr b="0" i="0" lang="en-US">
                <a:solidFill>
                  <a:srgbClr val="374151"/>
                </a:solidFill>
                <a:latin typeface="Arial"/>
                <a:ea typeface="Arial"/>
                <a:cs typeface="Arial"/>
                <a:sym typeface="Arial"/>
              </a:rPr>
              <a:t>Examples:</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Th</a:t>
            </a:r>
            <a:r>
              <a:rPr lang="en-US">
                <a:solidFill>
                  <a:srgbClr val="374151"/>
                </a:solidFill>
                <a:latin typeface="Arial"/>
                <a:ea typeface="Arial"/>
                <a:cs typeface="Arial"/>
                <a:sym typeface="Arial"/>
              </a:rPr>
              <a:t>e</a:t>
            </a:r>
            <a:r>
              <a:rPr b="0" i="0" lang="en-US">
                <a:solidFill>
                  <a:srgbClr val="374151"/>
                </a:solidFill>
                <a:latin typeface="Arial"/>
                <a:ea typeface="Arial"/>
                <a:cs typeface="Arial"/>
                <a:sym typeface="Arial"/>
              </a:rPr>
              <a:t> classroom is ours.</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The project is ours to complete.</a:t>
            </a:r>
            <a:endParaRPr/>
          </a:p>
          <a:p>
            <a:pPr indent="-114300" lvl="0" marL="228600" rtl="0" algn="l">
              <a:lnSpc>
                <a:spcPct val="100000"/>
              </a:lnSpc>
              <a:spcBef>
                <a:spcPts val="1000"/>
              </a:spcBef>
              <a:spcAft>
                <a:spcPts val="0"/>
              </a:spcAft>
              <a:buSzPts val="1800"/>
              <a:buNone/>
            </a:pPr>
            <a:r>
              <a:t/>
            </a:r>
            <a:endParaRPr/>
          </a:p>
        </p:txBody>
      </p:sp>
      <p:pic>
        <p:nvPicPr>
          <p:cNvPr id="149" name="Google Shape;149;p8"/>
          <p:cNvPicPr preferRelativeResize="0"/>
          <p:nvPr/>
        </p:nvPicPr>
        <p:blipFill rotWithShape="1">
          <a:blip r:embed="rId3">
            <a:alphaModFix/>
          </a:blip>
          <a:srcRect b="0" l="0" r="0" t="0"/>
          <a:stretch/>
        </p:blipFill>
        <p:spPr>
          <a:xfrm>
            <a:off x="11412350" y="0"/>
            <a:ext cx="779650" cy="3514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374151"/>
              </a:buClr>
              <a:buSzPct val="100000"/>
              <a:buFont typeface="Arial"/>
              <a:buNone/>
            </a:pPr>
            <a:r>
              <a:rPr b="0" i="0" lang="en-US">
                <a:solidFill>
                  <a:srgbClr val="374151"/>
                </a:solidFill>
                <a:latin typeface="Arial"/>
                <a:ea typeface="Arial"/>
                <a:cs typeface="Arial"/>
                <a:sym typeface="Arial"/>
              </a:rPr>
              <a:t>NOW, LET'S PRACTICE WITH SOME SENTENCES:</a:t>
            </a:r>
            <a:br>
              <a:rPr b="0" i="0" lang="en-US">
                <a:solidFill>
                  <a:srgbClr val="374151"/>
                </a:solidFill>
                <a:latin typeface="Arial"/>
                <a:ea typeface="Arial"/>
                <a:cs typeface="Arial"/>
                <a:sym typeface="Arial"/>
              </a:rPr>
            </a:br>
            <a:endParaRPr/>
          </a:p>
        </p:txBody>
      </p:sp>
      <p:sp>
        <p:nvSpPr>
          <p:cNvPr id="155" name="Google Shape;155;p9"/>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Font typeface="Gill Sans"/>
              <a:buAutoNum type="arabicPeriod"/>
            </a:pPr>
            <a:r>
              <a:rPr b="0" i="0" lang="en-US">
                <a:solidFill>
                  <a:srgbClr val="374151"/>
                </a:solidFill>
                <a:latin typeface="Arial"/>
                <a:ea typeface="Arial"/>
                <a:cs typeface="Arial"/>
                <a:sym typeface="Arial"/>
              </a:rPr>
              <a:t>I left</a:t>
            </a:r>
            <a:r>
              <a:rPr b="0" i="0" lang="en-US">
                <a:solidFill>
                  <a:srgbClr val="374151"/>
                </a:solidFill>
                <a:latin typeface="Arial"/>
                <a:ea typeface="Arial"/>
                <a:cs typeface="Arial"/>
                <a:sym typeface="Arial"/>
              </a:rPr>
              <a:t> (my/mine) </a:t>
            </a:r>
            <a:r>
              <a:rPr b="0" i="0" lang="en-US">
                <a:solidFill>
                  <a:srgbClr val="374151"/>
                </a:solidFill>
                <a:latin typeface="Arial"/>
                <a:ea typeface="Arial"/>
                <a:cs typeface="Arial"/>
                <a:sym typeface="Arial"/>
              </a:rPr>
              <a:t>phone on the table.</a:t>
            </a:r>
            <a:endParaRPr/>
          </a:p>
          <a:p>
            <a:pPr indent="-228600" lvl="0" marL="228600" rtl="0" algn="l">
              <a:lnSpc>
                <a:spcPct val="100000"/>
              </a:lnSpc>
              <a:spcBef>
                <a:spcPts val="1000"/>
              </a:spcBef>
              <a:spcAft>
                <a:spcPts val="0"/>
              </a:spcAft>
              <a:buSzPts val="1800"/>
              <a:buFont typeface="Gill Sans"/>
              <a:buAutoNum type="arabicPeriod"/>
            </a:pPr>
            <a:r>
              <a:rPr b="0" i="0" lang="en-US">
                <a:solidFill>
                  <a:srgbClr val="374151"/>
                </a:solidFill>
                <a:latin typeface="Arial"/>
                <a:ea typeface="Arial"/>
                <a:cs typeface="Arial"/>
                <a:sym typeface="Arial"/>
              </a:rPr>
              <a:t>(Who’s/Whose)</a:t>
            </a:r>
            <a:r>
              <a:rPr lang="en-US">
                <a:solidFill>
                  <a:srgbClr val="374151"/>
                </a:solidFill>
                <a:latin typeface="Arial"/>
                <a:ea typeface="Arial"/>
                <a:cs typeface="Arial"/>
                <a:sym typeface="Arial"/>
              </a:rPr>
              <a:t> </a:t>
            </a:r>
            <a:r>
              <a:rPr b="0" i="0" lang="en-US">
                <a:solidFill>
                  <a:srgbClr val="374151"/>
                </a:solidFill>
                <a:latin typeface="Arial"/>
                <a:ea typeface="Arial"/>
                <a:cs typeface="Arial"/>
                <a:sym typeface="Arial"/>
              </a:rPr>
              <a:t>bag is this?</a:t>
            </a:r>
            <a:endParaRPr/>
          </a:p>
          <a:p>
            <a:pPr indent="-228600" lvl="0" marL="228600" rtl="0" algn="l">
              <a:lnSpc>
                <a:spcPct val="100000"/>
              </a:lnSpc>
              <a:spcBef>
                <a:spcPts val="1000"/>
              </a:spcBef>
              <a:spcAft>
                <a:spcPts val="0"/>
              </a:spcAft>
              <a:buSzPts val="1800"/>
              <a:buFont typeface="Gill Sans"/>
              <a:buAutoNum type="arabicPeriod"/>
            </a:pPr>
            <a:r>
              <a:rPr b="0" i="0" lang="en-US">
                <a:solidFill>
                  <a:srgbClr val="374151"/>
                </a:solidFill>
                <a:latin typeface="Arial"/>
                <a:ea typeface="Arial"/>
                <a:cs typeface="Arial"/>
                <a:sym typeface="Arial"/>
              </a:rPr>
              <a:t>The cat is (hers/</a:t>
            </a:r>
            <a:r>
              <a:rPr lang="en-US">
                <a:solidFill>
                  <a:srgbClr val="374151"/>
                </a:solidFill>
                <a:latin typeface="Arial"/>
                <a:ea typeface="Arial"/>
                <a:cs typeface="Arial"/>
                <a:sym typeface="Arial"/>
              </a:rPr>
              <a:t>whose</a:t>
            </a:r>
            <a:r>
              <a:rPr b="0" i="0" lang="en-US">
                <a:solidFill>
                  <a:srgbClr val="374151"/>
                </a:solidFill>
                <a:latin typeface="Arial"/>
                <a:ea typeface="Arial"/>
                <a:cs typeface="Arial"/>
                <a:sym typeface="Arial"/>
              </a:rPr>
              <a:t>).</a:t>
            </a:r>
            <a:endParaRPr/>
          </a:p>
          <a:p>
            <a:pPr indent="-228600" lvl="0" marL="228600" rtl="0" algn="l">
              <a:lnSpc>
                <a:spcPct val="100000"/>
              </a:lnSpc>
              <a:spcBef>
                <a:spcPts val="1000"/>
              </a:spcBef>
              <a:spcAft>
                <a:spcPts val="0"/>
              </a:spcAft>
              <a:buSzPts val="1800"/>
              <a:buFont typeface="Gill Sans"/>
              <a:buAutoNum type="arabicPeriod"/>
            </a:pPr>
            <a:r>
              <a:rPr b="0" i="0" lang="en-US">
                <a:solidFill>
                  <a:srgbClr val="374151"/>
                </a:solidFill>
                <a:latin typeface="Arial"/>
                <a:ea typeface="Arial"/>
                <a:cs typeface="Arial"/>
                <a:sym typeface="Arial"/>
              </a:rPr>
              <a:t>Is this book (yours/</a:t>
            </a:r>
            <a:r>
              <a:rPr lang="en-US">
                <a:solidFill>
                  <a:srgbClr val="374151"/>
                </a:solidFill>
                <a:latin typeface="Arial"/>
                <a:ea typeface="Arial"/>
                <a:cs typeface="Arial"/>
                <a:sym typeface="Arial"/>
              </a:rPr>
              <a:t>my</a:t>
            </a:r>
            <a:r>
              <a:rPr b="0" i="0" lang="en-US">
                <a:solidFill>
                  <a:srgbClr val="374151"/>
                </a:solidFill>
                <a:latin typeface="Arial"/>
                <a:ea typeface="Arial"/>
                <a:cs typeface="Arial"/>
                <a:sym typeface="Arial"/>
              </a:rPr>
              <a:t>)?</a:t>
            </a:r>
            <a:endParaRPr/>
          </a:p>
          <a:p>
            <a:pPr indent="-228600" lvl="0" marL="228600" rtl="0" algn="l">
              <a:lnSpc>
                <a:spcPct val="100000"/>
              </a:lnSpc>
              <a:spcBef>
                <a:spcPts val="1000"/>
              </a:spcBef>
              <a:spcAft>
                <a:spcPts val="0"/>
              </a:spcAft>
              <a:buSzPts val="1800"/>
              <a:buFont typeface="Gill Sans"/>
              <a:buAutoNum type="arabicPeriod"/>
            </a:pPr>
            <a:r>
              <a:rPr b="0" i="0" lang="en-US">
                <a:solidFill>
                  <a:srgbClr val="374151"/>
                </a:solidFill>
                <a:latin typeface="Arial"/>
                <a:ea typeface="Arial"/>
                <a:cs typeface="Arial"/>
                <a:sym typeface="Arial"/>
              </a:rPr>
              <a:t>This garden is (ours).</a:t>
            </a:r>
            <a:endParaRPr/>
          </a:p>
          <a:p>
            <a:pPr indent="-114300" lvl="0" marL="228600" rtl="0" algn="l">
              <a:lnSpc>
                <a:spcPct val="100000"/>
              </a:lnSpc>
              <a:spcBef>
                <a:spcPts val="1000"/>
              </a:spcBef>
              <a:spcAft>
                <a:spcPts val="0"/>
              </a:spcAft>
              <a:buSzPts val="1800"/>
              <a:buNone/>
            </a:pPr>
            <a:r>
              <a:t/>
            </a:r>
            <a:endParaRPr/>
          </a:p>
        </p:txBody>
      </p:sp>
      <p:pic>
        <p:nvPicPr>
          <p:cNvPr id="156" name="Google Shape;156;p9"/>
          <p:cNvPicPr preferRelativeResize="0"/>
          <p:nvPr/>
        </p:nvPicPr>
        <p:blipFill rotWithShape="1">
          <a:blip r:embed="rId3">
            <a:alphaModFix/>
          </a:blip>
          <a:srcRect b="0" l="0" r="0" t="0"/>
          <a:stretch/>
        </p:blipFill>
        <p:spPr>
          <a:xfrm>
            <a:off x="11412350" y="0"/>
            <a:ext cx="779650" cy="3514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29810ef8a91_0_126"/>
          <p:cNvSpPr txBox="1"/>
          <p:nvPr>
            <p:ph type="title"/>
          </p:nvPr>
        </p:nvSpPr>
        <p:spPr>
          <a:xfrm>
            <a:off x="2112536" y="2911417"/>
            <a:ext cx="7729800" cy="1188600"/>
          </a:xfrm>
          <a:prstGeom prst="rect">
            <a:avLst/>
          </a:prstGeom>
        </p:spPr>
        <p:txBody>
          <a:bodyPr anchorCtr="0" anchor="ctr" bIns="182875" lIns="182875" spcFirstLastPara="1" rIns="182875" wrap="square" tIns="182875">
            <a:normAutofit/>
          </a:bodyPr>
          <a:lstStyle/>
          <a:p>
            <a:pPr indent="0" lvl="0" marL="0" rtl="0" algn="ctr">
              <a:spcBef>
                <a:spcPts val="0"/>
              </a:spcBef>
              <a:spcAft>
                <a:spcPts val="0"/>
              </a:spcAft>
              <a:buNone/>
            </a:pPr>
            <a:r>
              <a:rPr lang="en-US"/>
              <a:t>Now let’s learn ‘ Comparative adjectives’</a:t>
            </a:r>
            <a:endParaRPr/>
          </a:p>
        </p:txBody>
      </p:sp>
      <p:pic>
        <p:nvPicPr>
          <p:cNvPr id="162" name="Google Shape;162;g29810ef8a91_0_126"/>
          <p:cNvPicPr preferRelativeResize="0"/>
          <p:nvPr/>
        </p:nvPicPr>
        <p:blipFill rotWithShape="1">
          <a:blip r:embed="rId3">
            <a:alphaModFix/>
          </a:blip>
          <a:srcRect b="0" l="0" r="0" t="0"/>
          <a:stretch/>
        </p:blipFill>
        <p:spPr>
          <a:xfrm>
            <a:off x="11412350" y="0"/>
            <a:ext cx="779650" cy="3514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29810ef8a91_0_0"/>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t/>
            </a:r>
            <a:endParaRPr/>
          </a:p>
        </p:txBody>
      </p:sp>
      <p:pic>
        <p:nvPicPr>
          <p:cNvPr id="168" name="Google Shape;168;g29810ef8a91_0_0"/>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pic>
        <p:nvPicPr>
          <p:cNvPr id="169" name="Google Shape;169;g29810ef8a91_0_0"/>
          <p:cNvPicPr preferRelativeResize="0"/>
          <p:nvPr/>
        </p:nvPicPr>
        <p:blipFill rotWithShape="1">
          <a:blip r:embed="rId4">
            <a:alphaModFix/>
          </a:blip>
          <a:srcRect b="0" l="0" r="0" t="0"/>
          <a:stretch/>
        </p:blipFill>
        <p:spPr>
          <a:xfrm>
            <a:off x="10984389" y="0"/>
            <a:ext cx="1207611" cy="5443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g29810ef8a91_0_6"/>
          <p:cNvPicPr preferRelativeResize="0"/>
          <p:nvPr>
            <p:ph idx="1" type="body"/>
          </p:nvPr>
        </p:nvPicPr>
        <p:blipFill rotWithShape="1">
          <a:blip r:embed="rId3">
            <a:alphaModFix/>
          </a:blip>
          <a:srcRect b="0" l="0" r="0" t="0"/>
          <a:stretch/>
        </p:blipFill>
        <p:spPr>
          <a:xfrm>
            <a:off x="0" y="0"/>
            <a:ext cx="12192000" cy="7102200"/>
          </a:xfrm>
          <a:prstGeom prst="rect">
            <a:avLst/>
          </a:prstGeom>
          <a:noFill/>
          <a:ln>
            <a:noFill/>
          </a:ln>
        </p:spPr>
      </p:pic>
      <p:pic>
        <p:nvPicPr>
          <p:cNvPr id="175" name="Google Shape;175;g29810ef8a91_0_6"/>
          <p:cNvPicPr preferRelativeResize="0"/>
          <p:nvPr/>
        </p:nvPicPr>
        <p:blipFill rotWithShape="1">
          <a:blip r:embed="rId4">
            <a:alphaModFix/>
          </a:blip>
          <a:srcRect b="0" l="0" r="0" t="0"/>
          <a:stretch/>
        </p:blipFill>
        <p:spPr>
          <a:xfrm>
            <a:off x="10984389" y="0"/>
            <a:ext cx="1207611" cy="5443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29810ef8a91_0_11"/>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t/>
            </a:r>
            <a:endParaRPr/>
          </a:p>
        </p:txBody>
      </p:sp>
      <p:pic>
        <p:nvPicPr>
          <p:cNvPr id="181" name="Google Shape;181;g29810ef8a91_0_11"/>
          <p:cNvPicPr preferRelativeResize="0"/>
          <p:nvPr>
            <p:ph idx="1" type="body"/>
          </p:nvPr>
        </p:nvPicPr>
        <p:blipFill rotWithShape="1">
          <a:blip r:embed="rId3">
            <a:alphaModFix/>
          </a:blip>
          <a:srcRect b="0" l="0" r="0" t="0"/>
          <a:stretch/>
        </p:blipFill>
        <p:spPr>
          <a:xfrm>
            <a:off x="0" y="0"/>
            <a:ext cx="12192000" cy="6840000"/>
          </a:xfrm>
          <a:prstGeom prst="rect">
            <a:avLst/>
          </a:prstGeom>
          <a:noFill/>
          <a:ln>
            <a:noFill/>
          </a:ln>
        </p:spPr>
      </p:pic>
      <p:pic>
        <p:nvPicPr>
          <p:cNvPr id="182" name="Google Shape;182;g29810ef8a91_0_11"/>
          <p:cNvPicPr preferRelativeResize="0"/>
          <p:nvPr/>
        </p:nvPicPr>
        <p:blipFill rotWithShape="1">
          <a:blip r:embed="rId4">
            <a:alphaModFix/>
          </a:blip>
          <a:srcRect b="0" l="0" r="0" t="0"/>
          <a:stretch/>
        </p:blipFill>
        <p:spPr>
          <a:xfrm>
            <a:off x="10984389" y="0"/>
            <a:ext cx="1207611" cy="5443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29810ef8a91_0_17"/>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t/>
            </a:r>
            <a:endParaRPr/>
          </a:p>
        </p:txBody>
      </p:sp>
      <p:pic>
        <p:nvPicPr>
          <p:cNvPr id="188" name="Google Shape;188;g29810ef8a91_0_17"/>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pic>
        <p:nvPicPr>
          <p:cNvPr id="189" name="Google Shape;189;g29810ef8a91_0_17"/>
          <p:cNvPicPr preferRelativeResize="0"/>
          <p:nvPr/>
        </p:nvPicPr>
        <p:blipFill rotWithShape="1">
          <a:blip r:embed="rId4">
            <a:alphaModFix/>
          </a:blip>
          <a:srcRect b="0" l="0" r="0" t="0"/>
          <a:stretch/>
        </p:blipFill>
        <p:spPr>
          <a:xfrm>
            <a:off x="10984389" y="0"/>
            <a:ext cx="1207611" cy="5443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9810ef8a91_0_23"/>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t/>
            </a:r>
            <a:endParaRPr/>
          </a:p>
        </p:txBody>
      </p:sp>
      <p:pic>
        <p:nvPicPr>
          <p:cNvPr id="195" name="Google Shape;195;g29810ef8a91_0_23"/>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pic>
        <p:nvPicPr>
          <p:cNvPr id="196" name="Google Shape;196;g29810ef8a91_0_23"/>
          <p:cNvPicPr preferRelativeResize="0"/>
          <p:nvPr/>
        </p:nvPicPr>
        <p:blipFill rotWithShape="1">
          <a:blip r:embed="rId4">
            <a:alphaModFix/>
          </a:blip>
          <a:srcRect b="0" l="0" r="0" t="0"/>
          <a:stretch/>
        </p:blipFill>
        <p:spPr>
          <a:xfrm>
            <a:off x="10984389" y="0"/>
            <a:ext cx="1207611" cy="5443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29810ef8a91_0_29"/>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t/>
            </a:r>
            <a:endParaRPr/>
          </a:p>
        </p:txBody>
      </p:sp>
      <p:pic>
        <p:nvPicPr>
          <p:cNvPr id="202" name="Google Shape;202;g29810ef8a91_0_29"/>
          <p:cNvPicPr preferRelativeResize="0"/>
          <p:nvPr>
            <p:ph idx="1" type="body"/>
          </p:nvPr>
        </p:nvPicPr>
        <p:blipFill rotWithShape="1">
          <a:blip r:embed="rId3">
            <a:alphaModFix/>
          </a:blip>
          <a:srcRect b="0" l="0" r="0" t="0"/>
          <a:stretch/>
        </p:blipFill>
        <p:spPr>
          <a:xfrm>
            <a:off x="-1" y="0"/>
            <a:ext cx="12192000" cy="6858900"/>
          </a:xfrm>
          <a:prstGeom prst="rect">
            <a:avLst/>
          </a:prstGeom>
          <a:noFill/>
          <a:ln>
            <a:noFill/>
          </a:ln>
        </p:spPr>
      </p:pic>
      <p:pic>
        <p:nvPicPr>
          <p:cNvPr id="203" name="Google Shape;203;g29810ef8a91_0_29"/>
          <p:cNvPicPr preferRelativeResize="0"/>
          <p:nvPr/>
        </p:nvPicPr>
        <p:blipFill rotWithShape="1">
          <a:blip r:embed="rId4">
            <a:alphaModFix/>
          </a:blip>
          <a:srcRect b="0" l="0" r="0" t="0"/>
          <a:stretch/>
        </p:blipFill>
        <p:spPr>
          <a:xfrm>
            <a:off x="10984389" y="0"/>
            <a:ext cx="1207611" cy="5443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29810ef8a91_0_35"/>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t/>
            </a:r>
            <a:endParaRPr/>
          </a:p>
        </p:txBody>
      </p:sp>
      <p:pic>
        <p:nvPicPr>
          <p:cNvPr id="209" name="Google Shape;209;g29810ef8a91_0_3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pic>
        <p:nvPicPr>
          <p:cNvPr id="210" name="Google Shape;210;g29810ef8a91_0_35"/>
          <p:cNvPicPr preferRelativeResize="0"/>
          <p:nvPr/>
        </p:nvPicPr>
        <p:blipFill rotWithShape="1">
          <a:blip r:embed="rId4">
            <a:alphaModFix/>
          </a:blip>
          <a:srcRect b="0" l="0" r="0" t="0"/>
          <a:stretch/>
        </p:blipFill>
        <p:spPr>
          <a:xfrm>
            <a:off x="10984389" y="0"/>
            <a:ext cx="1207611" cy="5443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29810ef8a91_0_41"/>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FFFF"/>
              </a:buClr>
              <a:buSzPct val="128571"/>
              <a:buFont typeface="Corbel"/>
              <a:buNone/>
            </a:pPr>
            <a:r>
              <a:rPr lang="en-US"/>
              <a:t>Practice Exercise: </a:t>
            </a:r>
            <a:r>
              <a:rPr b="0" i="0" lang="en-US">
                <a:solidFill>
                  <a:srgbClr val="800000"/>
                </a:solidFill>
                <a:latin typeface="Noto Sans"/>
                <a:ea typeface="Noto Sans"/>
                <a:cs typeface="Noto Sans"/>
                <a:sym typeface="Noto Sans"/>
              </a:rPr>
              <a:t>Fill in the correct form of the words in brackets (comparative or superlative).</a:t>
            </a:r>
            <a:br>
              <a:rPr b="0" i="0" lang="en-US">
                <a:solidFill>
                  <a:srgbClr val="800000"/>
                </a:solidFill>
                <a:latin typeface="Noto Sans"/>
                <a:ea typeface="Noto Sans"/>
                <a:cs typeface="Noto Sans"/>
                <a:sym typeface="Noto Sans"/>
              </a:rPr>
            </a:br>
            <a:endParaRPr/>
          </a:p>
        </p:txBody>
      </p:sp>
      <p:sp>
        <p:nvSpPr>
          <p:cNvPr id="216" name="Google Shape;216;g29810ef8a91_0_41"/>
          <p:cNvSpPr txBox="1"/>
          <p:nvPr>
            <p:ph idx="1" type="body"/>
          </p:nvPr>
        </p:nvSpPr>
        <p:spPr>
          <a:xfrm>
            <a:off x="2231136" y="2638044"/>
            <a:ext cx="7729800" cy="3102000"/>
          </a:xfrm>
          <a:prstGeom prst="rect">
            <a:avLst/>
          </a:prstGeom>
          <a:noFill/>
          <a:ln>
            <a:noFill/>
          </a:ln>
        </p:spPr>
        <p:txBody>
          <a:bodyPr anchorCtr="0" anchor="ctr" bIns="45700" lIns="91425" spcFirstLastPara="1" rIns="91425" wrap="square" tIns="45700">
            <a:normAutofit fontScale="62500" lnSpcReduction="20000"/>
          </a:bodyPr>
          <a:lstStyle/>
          <a:p>
            <a:pPr indent="-135255" lvl="0" marL="182880" rtl="0" algn="l">
              <a:lnSpc>
                <a:spcPct val="90000"/>
              </a:lnSpc>
              <a:spcBef>
                <a:spcPts val="0"/>
              </a:spcBef>
              <a:spcAft>
                <a:spcPts val="0"/>
              </a:spcAft>
              <a:buSzPct val="111111"/>
              <a:buFont typeface="Corbel"/>
              <a:buAutoNum type="arabicPeriod"/>
            </a:pPr>
            <a:r>
              <a:rPr b="0" i="0" lang="en-US">
                <a:solidFill>
                  <a:srgbClr val="222222"/>
                </a:solidFill>
                <a:latin typeface="Noto Sans"/>
                <a:ea typeface="Noto Sans"/>
                <a:cs typeface="Noto Sans"/>
                <a:sym typeface="Noto Sans"/>
              </a:rPr>
              <a:t>My house is </a:t>
            </a:r>
            <a:r>
              <a:rPr b="0" i="0" lang="en-US">
                <a:solidFill>
                  <a:srgbClr val="666699"/>
                </a:solidFill>
                <a:latin typeface="Noto Sans"/>
                <a:ea typeface="Noto Sans"/>
                <a:cs typeface="Noto Sans"/>
                <a:sym typeface="Noto Sans"/>
              </a:rPr>
              <a:t>(big)</a:t>
            </a:r>
            <a:r>
              <a:rPr b="0" i="0" lang="en-US">
                <a:solidFill>
                  <a:srgbClr val="222222"/>
                </a:solidFill>
                <a:latin typeface="Noto Sans"/>
                <a:ea typeface="Noto Sans"/>
                <a:cs typeface="Noto Sans"/>
                <a:sym typeface="Noto Sans"/>
              </a:rPr>
              <a:t>  than yours. ____________</a:t>
            </a:r>
            <a:endParaRPr/>
          </a:p>
          <a:p>
            <a:pPr indent="-135255" lvl="0" marL="182880" rtl="0" algn="l">
              <a:lnSpc>
                <a:spcPct val="90000"/>
              </a:lnSpc>
              <a:spcBef>
                <a:spcPts val="1200"/>
              </a:spcBef>
              <a:spcAft>
                <a:spcPts val="0"/>
              </a:spcAft>
              <a:buSzPct val="111111"/>
              <a:buFont typeface="Corbel"/>
              <a:buAutoNum type="arabicPeriod"/>
            </a:pPr>
            <a:r>
              <a:rPr b="0" i="0" lang="en-US">
                <a:solidFill>
                  <a:srgbClr val="222222"/>
                </a:solidFill>
                <a:latin typeface="Noto Sans"/>
                <a:ea typeface="Noto Sans"/>
                <a:cs typeface="Noto Sans"/>
                <a:sym typeface="Noto Sans"/>
              </a:rPr>
              <a:t>This flower is </a:t>
            </a:r>
            <a:r>
              <a:rPr b="0" i="0" lang="en-US">
                <a:solidFill>
                  <a:srgbClr val="666699"/>
                </a:solidFill>
                <a:latin typeface="Noto Sans"/>
                <a:ea typeface="Noto Sans"/>
                <a:cs typeface="Noto Sans"/>
                <a:sym typeface="Noto Sans"/>
              </a:rPr>
              <a:t>(beautiful)</a:t>
            </a:r>
            <a:r>
              <a:rPr b="0" i="0" lang="en-US">
                <a:solidFill>
                  <a:srgbClr val="222222"/>
                </a:solidFill>
                <a:latin typeface="Noto Sans"/>
                <a:ea typeface="Noto Sans"/>
                <a:cs typeface="Noto Sans"/>
                <a:sym typeface="Noto Sans"/>
              </a:rPr>
              <a:t>  than that one. ________</a:t>
            </a:r>
            <a:endParaRPr/>
          </a:p>
          <a:p>
            <a:pPr indent="-135255" lvl="0" marL="182880" rtl="0" algn="l">
              <a:lnSpc>
                <a:spcPct val="90000"/>
              </a:lnSpc>
              <a:spcBef>
                <a:spcPts val="1200"/>
              </a:spcBef>
              <a:spcAft>
                <a:spcPts val="0"/>
              </a:spcAft>
              <a:buSzPct val="111111"/>
              <a:buFont typeface="Corbel"/>
              <a:buAutoNum type="arabicPeriod"/>
            </a:pPr>
            <a:r>
              <a:rPr b="0" i="0" lang="en-US">
                <a:solidFill>
                  <a:srgbClr val="222222"/>
                </a:solidFill>
                <a:latin typeface="Noto Sans"/>
                <a:ea typeface="Noto Sans"/>
                <a:cs typeface="Noto Sans"/>
                <a:sym typeface="Noto Sans"/>
              </a:rPr>
              <a:t>This is the </a:t>
            </a:r>
            <a:r>
              <a:rPr b="0" i="0" lang="en-US">
                <a:solidFill>
                  <a:srgbClr val="666699"/>
                </a:solidFill>
                <a:latin typeface="Noto Sans"/>
                <a:ea typeface="Noto Sans"/>
                <a:cs typeface="Noto Sans"/>
                <a:sym typeface="Noto Sans"/>
              </a:rPr>
              <a:t>(interesting)</a:t>
            </a:r>
            <a:r>
              <a:rPr b="0" i="0" lang="en-US">
                <a:solidFill>
                  <a:srgbClr val="222222"/>
                </a:solidFill>
                <a:latin typeface="Noto Sans"/>
                <a:ea typeface="Noto Sans"/>
                <a:cs typeface="Noto Sans"/>
                <a:sym typeface="Noto Sans"/>
              </a:rPr>
              <a:t>  book I have ever read. ____________</a:t>
            </a:r>
            <a:endParaRPr/>
          </a:p>
          <a:p>
            <a:pPr indent="-135255" lvl="0" marL="182880" rtl="0" algn="l">
              <a:lnSpc>
                <a:spcPct val="90000"/>
              </a:lnSpc>
              <a:spcBef>
                <a:spcPts val="1200"/>
              </a:spcBef>
              <a:spcAft>
                <a:spcPts val="0"/>
              </a:spcAft>
              <a:buSzPct val="111111"/>
              <a:buFont typeface="Corbel"/>
              <a:buAutoNum type="arabicPeriod"/>
            </a:pPr>
            <a:r>
              <a:rPr b="0" i="0" lang="en-US">
                <a:solidFill>
                  <a:srgbClr val="222222"/>
                </a:solidFill>
                <a:latin typeface="Noto Sans"/>
                <a:ea typeface="Noto Sans"/>
                <a:cs typeface="Noto Sans"/>
                <a:sym typeface="Noto Sans"/>
              </a:rPr>
              <a:t>Non-smokers usually live </a:t>
            </a:r>
            <a:r>
              <a:rPr b="0" i="0" lang="en-US">
                <a:solidFill>
                  <a:srgbClr val="666699"/>
                </a:solidFill>
                <a:latin typeface="Noto Sans"/>
                <a:ea typeface="Noto Sans"/>
                <a:cs typeface="Noto Sans"/>
                <a:sym typeface="Noto Sans"/>
              </a:rPr>
              <a:t>(long)</a:t>
            </a:r>
            <a:r>
              <a:rPr b="0" i="0" lang="en-US">
                <a:solidFill>
                  <a:srgbClr val="222222"/>
                </a:solidFill>
                <a:latin typeface="Noto Sans"/>
                <a:ea typeface="Noto Sans"/>
                <a:cs typeface="Noto Sans"/>
                <a:sym typeface="Noto Sans"/>
              </a:rPr>
              <a:t>  than smokers. ______</a:t>
            </a:r>
            <a:endParaRPr/>
          </a:p>
          <a:p>
            <a:pPr indent="-135255" lvl="0" marL="182880" rtl="0" algn="l">
              <a:lnSpc>
                <a:spcPct val="90000"/>
              </a:lnSpc>
              <a:spcBef>
                <a:spcPts val="1200"/>
              </a:spcBef>
              <a:spcAft>
                <a:spcPts val="0"/>
              </a:spcAft>
              <a:buSzPct val="111111"/>
              <a:buFont typeface="Corbel"/>
              <a:buAutoNum type="arabicPeriod"/>
            </a:pPr>
            <a:r>
              <a:rPr b="0" i="0" lang="en-US">
                <a:solidFill>
                  <a:srgbClr val="222222"/>
                </a:solidFill>
                <a:latin typeface="Noto Sans"/>
                <a:ea typeface="Noto Sans"/>
                <a:cs typeface="Noto Sans"/>
                <a:sym typeface="Noto Sans"/>
              </a:rPr>
              <a:t>Which is the </a:t>
            </a:r>
            <a:r>
              <a:rPr b="0" i="0" lang="en-US">
                <a:solidFill>
                  <a:srgbClr val="666699"/>
                </a:solidFill>
                <a:latin typeface="Noto Sans"/>
                <a:ea typeface="Noto Sans"/>
                <a:cs typeface="Noto Sans"/>
                <a:sym typeface="Noto Sans"/>
              </a:rPr>
              <a:t>(dangerous)</a:t>
            </a:r>
            <a:r>
              <a:rPr b="0" i="0" lang="en-US">
                <a:solidFill>
                  <a:srgbClr val="222222"/>
                </a:solidFill>
                <a:latin typeface="Noto Sans"/>
                <a:ea typeface="Noto Sans"/>
                <a:cs typeface="Noto Sans"/>
                <a:sym typeface="Noto Sans"/>
              </a:rPr>
              <a:t>  animal in the world?_________</a:t>
            </a:r>
            <a:endParaRPr/>
          </a:p>
          <a:p>
            <a:pPr indent="-135255" lvl="0" marL="182880" rtl="0" algn="l">
              <a:lnSpc>
                <a:spcPct val="90000"/>
              </a:lnSpc>
              <a:spcBef>
                <a:spcPts val="1200"/>
              </a:spcBef>
              <a:spcAft>
                <a:spcPts val="0"/>
              </a:spcAft>
              <a:buSzPct val="111111"/>
              <a:buFont typeface="Corbel"/>
              <a:buAutoNum type="arabicPeriod"/>
            </a:pPr>
            <a:r>
              <a:rPr b="0" i="0" lang="en-US">
                <a:solidFill>
                  <a:srgbClr val="222222"/>
                </a:solidFill>
                <a:latin typeface="Noto Sans"/>
                <a:ea typeface="Noto Sans"/>
                <a:cs typeface="Noto Sans"/>
                <a:sym typeface="Noto Sans"/>
              </a:rPr>
              <a:t>A holiday by the sea is </a:t>
            </a:r>
            <a:r>
              <a:rPr b="0" i="0" lang="en-US">
                <a:solidFill>
                  <a:srgbClr val="666699"/>
                </a:solidFill>
                <a:latin typeface="Noto Sans"/>
                <a:ea typeface="Noto Sans"/>
                <a:cs typeface="Noto Sans"/>
                <a:sym typeface="Noto Sans"/>
              </a:rPr>
              <a:t>(good)</a:t>
            </a:r>
            <a:r>
              <a:rPr b="0" i="0" lang="en-US">
                <a:solidFill>
                  <a:srgbClr val="222222"/>
                </a:solidFill>
                <a:latin typeface="Noto Sans"/>
                <a:ea typeface="Noto Sans"/>
                <a:cs typeface="Noto Sans"/>
                <a:sym typeface="Noto Sans"/>
              </a:rPr>
              <a:t>  than a holiday in the mountains. ______________</a:t>
            </a:r>
            <a:endParaRPr/>
          </a:p>
          <a:p>
            <a:pPr indent="-135255" lvl="0" marL="182880" rtl="0" algn="l">
              <a:lnSpc>
                <a:spcPct val="90000"/>
              </a:lnSpc>
              <a:spcBef>
                <a:spcPts val="1200"/>
              </a:spcBef>
              <a:spcAft>
                <a:spcPts val="0"/>
              </a:spcAft>
              <a:buSzPct val="111111"/>
              <a:buFont typeface="Corbel"/>
              <a:buAutoNum type="arabicPeriod"/>
            </a:pPr>
            <a:r>
              <a:rPr b="0" i="0" lang="en-US">
                <a:solidFill>
                  <a:srgbClr val="222222"/>
                </a:solidFill>
                <a:latin typeface="Noto Sans"/>
                <a:ea typeface="Noto Sans"/>
                <a:cs typeface="Noto Sans"/>
                <a:sym typeface="Noto Sans"/>
              </a:rPr>
              <a:t>It is strange but often a coke is </a:t>
            </a:r>
            <a:r>
              <a:rPr b="0" i="0" lang="en-US">
                <a:solidFill>
                  <a:srgbClr val="666699"/>
                </a:solidFill>
                <a:latin typeface="Noto Sans"/>
                <a:ea typeface="Noto Sans"/>
                <a:cs typeface="Noto Sans"/>
                <a:sym typeface="Noto Sans"/>
              </a:rPr>
              <a:t>(expensive)</a:t>
            </a:r>
            <a:r>
              <a:rPr b="0" i="0" lang="en-US">
                <a:solidFill>
                  <a:srgbClr val="222222"/>
                </a:solidFill>
                <a:latin typeface="Noto Sans"/>
                <a:ea typeface="Noto Sans"/>
                <a:cs typeface="Noto Sans"/>
                <a:sym typeface="Noto Sans"/>
              </a:rPr>
              <a:t>  than a beer._________</a:t>
            </a:r>
            <a:endParaRPr/>
          </a:p>
          <a:p>
            <a:pPr indent="-135255" lvl="0" marL="182880" rtl="0" algn="l">
              <a:lnSpc>
                <a:spcPct val="90000"/>
              </a:lnSpc>
              <a:spcBef>
                <a:spcPts val="1200"/>
              </a:spcBef>
              <a:spcAft>
                <a:spcPts val="0"/>
              </a:spcAft>
              <a:buSzPct val="111111"/>
              <a:buFont typeface="Corbel"/>
              <a:buAutoNum type="arabicPeriod"/>
            </a:pPr>
            <a:r>
              <a:rPr b="0" i="0" lang="en-US">
                <a:solidFill>
                  <a:srgbClr val="222222"/>
                </a:solidFill>
                <a:latin typeface="Noto Sans"/>
                <a:ea typeface="Noto Sans"/>
                <a:cs typeface="Noto Sans"/>
                <a:sym typeface="Noto Sans"/>
              </a:rPr>
              <a:t>Who is the </a:t>
            </a:r>
            <a:r>
              <a:rPr b="0" i="0" lang="en-US">
                <a:solidFill>
                  <a:srgbClr val="666699"/>
                </a:solidFill>
                <a:latin typeface="Noto Sans"/>
                <a:ea typeface="Noto Sans"/>
                <a:cs typeface="Noto Sans"/>
                <a:sym typeface="Noto Sans"/>
              </a:rPr>
              <a:t>(rich)</a:t>
            </a:r>
            <a:r>
              <a:rPr b="0" i="0" lang="en-US">
                <a:solidFill>
                  <a:srgbClr val="222222"/>
                </a:solidFill>
                <a:latin typeface="Noto Sans"/>
                <a:ea typeface="Noto Sans"/>
                <a:cs typeface="Noto Sans"/>
                <a:sym typeface="Noto Sans"/>
              </a:rPr>
              <a:t>  woman on earth? ___________</a:t>
            </a:r>
            <a:endParaRPr/>
          </a:p>
          <a:p>
            <a:pPr indent="-135255" lvl="0" marL="182880" rtl="0" algn="l">
              <a:lnSpc>
                <a:spcPct val="90000"/>
              </a:lnSpc>
              <a:spcBef>
                <a:spcPts val="1200"/>
              </a:spcBef>
              <a:spcAft>
                <a:spcPts val="0"/>
              </a:spcAft>
              <a:buSzPct val="111111"/>
              <a:buFont typeface="Corbel"/>
              <a:buAutoNum type="arabicPeriod"/>
            </a:pPr>
            <a:r>
              <a:rPr b="0" i="0" lang="en-US">
                <a:solidFill>
                  <a:srgbClr val="222222"/>
                </a:solidFill>
                <a:latin typeface="Noto Sans"/>
                <a:ea typeface="Noto Sans"/>
                <a:cs typeface="Noto Sans"/>
                <a:sym typeface="Noto Sans"/>
              </a:rPr>
              <a:t>The weather this summer is even </a:t>
            </a:r>
            <a:r>
              <a:rPr b="0" i="0" lang="en-US">
                <a:solidFill>
                  <a:srgbClr val="666699"/>
                </a:solidFill>
                <a:latin typeface="Noto Sans"/>
                <a:ea typeface="Noto Sans"/>
                <a:cs typeface="Noto Sans"/>
                <a:sym typeface="Noto Sans"/>
              </a:rPr>
              <a:t>(bad)</a:t>
            </a:r>
            <a:r>
              <a:rPr b="0" i="0" lang="en-US">
                <a:solidFill>
                  <a:srgbClr val="222222"/>
                </a:solidFill>
                <a:latin typeface="Noto Sans"/>
                <a:ea typeface="Noto Sans"/>
                <a:cs typeface="Noto Sans"/>
                <a:sym typeface="Noto Sans"/>
              </a:rPr>
              <a:t>  than last summer. ___________</a:t>
            </a:r>
            <a:endParaRPr/>
          </a:p>
          <a:p>
            <a:pPr indent="-135255" lvl="0" marL="182880" rtl="0" algn="l">
              <a:lnSpc>
                <a:spcPct val="90000"/>
              </a:lnSpc>
              <a:spcBef>
                <a:spcPts val="1200"/>
              </a:spcBef>
              <a:spcAft>
                <a:spcPts val="0"/>
              </a:spcAft>
              <a:buSzPct val="111111"/>
              <a:buFont typeface="Corbel"/>
              <a:buAutoNum type="arabicPeriod"/>
            </a:pPr>
            <a:r>
              <a:rPr b="0" i="0" lang="en-US">
                <a:solidFill>
                  <a:srgbClr val="222222"/>
                </a:solidFill>
                <a:latin typeface="Noto Sans"/>
                <a:ea typeface="Noto Sans"/>
                <a:cs typeface="Noto Sans"/>
                <a:sym typeface="Noto Sans"/>
              </a:rPr>
              <a:t>He was the </a:t>
            </a:r>
            <a:r>
              <a:rPr b="0" i="0" lang="en-US">
                <a:solidFill>
                  <a:srgbClr val="666699"/>
                </a:solidFill>
                <a:latin typeface="Noto Sans"/>
                <a:ea typeface="Noto Sans"/>
                <a:cs typeface="Noto Sans"/>
                <a:sym typeface="Noto Sans"/>
              </a:rPr>
              <a:t>(clever)</a:t>
            </a:r>
            <a:r>
              <a:rPr b="0" i="0" lang="en-US">
                <a:solidFill>
                  <a:srgbClr val="222222"/>
                </a:solidFill>
                <a:latin typeface="Noto Sans"/>
                <a:ea typeface="Noto Sans"/>
                <a:cs typeface="Noto Sans"/>
                <a:sym typeface="Noto Sans"/>
              </a:rPr>
              <a:t>  thief of all. ________________</a:t>
            </a:r>
            <a:endParaRPr/>
          </a:p>
          <a:p>
            <a:pPr indent="-55879" lvl="0" marL="182880" rtl="0" algn="l">
              <a:lnSpc>
                <a:spcPct val="90000"/>
              </a:lnSpc>
              <a:spcBef>
                <a:spcPts val="1200"/>
              </a:spcBef>
              <a:spcAft>
                <a:spcPts val="0"/>
              </a:spcAft>
              <a:buSzPct val="111111"/>
              <a:buNone/>
            </a:pPr>
            <a:r>
              <a:t/>
            </a:r>
            <a:endParaRPr/>
          </a:p>
        </p:txBody>
      </p:sp>
      <p:pic>
        <p:nvPicPr>
          <p:cNvPr id="217" name="Google Shape;217;g29810ef8a91_0_41"/>
          <p:cNvPicPr preferRelativeResize="0"/>
          <p:nvPr/>
        </p:nvPicPr>
        <p:blipFill rotWithShape="1">
          <a:blip r:embed="rId3">
            <a:alphaModFix/>
          </a:blip>
          <a:srcRect b="0" l="0" r="0" t="0"/>
          <a:stretch/>
        </p:blipFill>
        <p:spPr>
          <a:xfrm>
            <a:off x="10984389" y="0"/>
            <a:ext cx="1207611" cy="5443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cel">
  <a:themeElements>
    <a:clrScheme name="Parcel">
      <a:dk1>
        <a:srgbClr val="000000"/>
      </a:dk1>
      <a:lt1>
        <a:srgbClr val="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cel">
  <a:themeElements>
    <a:clrScheme name="Parcel">
      <a:dk1>
        <a:srgbClr val="000000"/>
      </a:dk1>
      <a:lt1>
        <a:srgbClr val="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2023-11-06T06:55:46Z</dcterms:created>
  <dc:creator>Harshita Upadhyay</dc:creator>
</cp:coreProperties>
</file>